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4" r:id="rId3"/>
    <p:sldId id="263" r:id="rId4"/>
    <p:sldId id="260" r:id="rId5"/>
    <p:sldId id="261" r:id="rId6"/>
    <p:sldId id="262" r:id="rId7"/>
    <p:sldId id="265" r:id="rId8"/>
    <p:sldId id="266" r:id="rId9"/>
    <p:sldId id="267" r:id="rId10"/>
    <p:sldId id="268" r:id="rId11"/>
    <p:sldId id="269" r:id="rId12"/>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56" autoAdjust="0"/>
    <p:restoredTop sz="94660"/>
  </p:normalViewPr>
  <p:slideViewPr>
    <p:cSldViewPr snapToGrid="0">
      <p:cViewPr>
        <p:scale>
          <a:sx n="142" d="100"/>
          <a:sy n="142" d="100"/>
        </p:scale>
        <p:origin x="104" y="-3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7C81617-240B-4524-B831-AF89A20DBAF8}"/>
              </a:ext>
            </a:extLst>
          </p:cNvPr>
          <p:cNvSpPr>
            <a:spLocks noGrp="1"/>
          </p:cNvSpPr>
          <p:nvPr>
            <p:ph type="ctrTitle"/>
          </p:nvPr>
        </p:nvSpPr>
        <p:spPr>
          <a:xfrm>
            <a:off x="1524000" y="1122363"/>
            <a:ext cx="9144000" cy="2387600"/>
          </a:xfrm>
        </p:spPr>
        <p:txBody>
          <a:bodyPr anchor="b"/>
          <a:lstStyle>
            <a:lvl1pPr algn="ctr">
              <a:defRPr sz="6000"/>
            </a:lvl1pPr>
          </a:lstStyle>
          <a:p>
            <a:r>
              <a:rPr lang="de-DE"/>
              <a:t>Mastertitelformat bearbeiten</a:t>
            </a:r>
            <a:endParaRPr lang="en-US"/>
          </a:p>
        </p:txBody>
      </p:sp>
      <p:sp>
        <p:nvSpPr>
          <p:cNvPr id="3" name="Untertitel 2">
            <a:extLst>
              <a:ext uri="{FF2B5EF4-FFF2-40B4-BE49-F238E27FC236}">
                <a16:creationId xmlns:a16="http://schemas.microsoft.com/office/drawing/2014/main" id="{40199AFA-6292-4080-BDAA-851452F19C7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en-US"/>
          </a:p>
        </p:txBody>
      </p:sp>
      <p:sp>
        <p:nvSpPr>
          <p:cNvPr id="4" name="Datumsplatzhalter 3">
            <a:extLst>
              <a:ext uri="{FF2B5EF4-FFF2-40B4-BE49-F238E27FC236}">
                <a16:creationId xmlns:a16="http://schemas.microsoft.com/office/drawing/2014/main" id="{DFCD547E-365D-415A-B2FF-F539DAA3F11B}"/>
              </a:ext>
            </a:extLst>
          </p:cNvPr>
          <p:cNvSpPr>
            <a:spLocks noGrp="1"/>
          </p:cNvSpPr>
          <p:nvPr>
            <p:ph type="dt" sz="half" idx="10"/>
          </p:nvPr>
        </p:nvSpPr>
        <p:spPr/>
        <p:txBody>
          <a:bodyPr/>
          <a:lstStyle/>
          <a:p>
            <a:fld id="{DAAFE238-BB13-420D-842F-E110498EBF98}" type="datetimeFigureOut">
              <a:rPr lang="en-US" smtClean="0"/>
              <a:t>11/29/25</a:t>
            </a:fld>
            <a:endParaRPr lang="en-US"/>
          </a:p>
        </p:txBody>
      </p:sp>
      <p:sp>
        <p:nvSpPr>
          <p:cNvPr id="5" name="Fußzeilenplatzhalter 4">
            <a:extLst>
              <a:ext uri="{FF2B5EF4-FFF2-40B4-BE49-F238E27FC236}">
                <a16:creationId xmlns:a16="http://schemas.microsoft.com/office/drawing/2014/main" id="{7D3FD682-12EF-47F3-9748-2686E5198020}"/>
              </a:ext>
            </a:extLst>
          </p:cNvPr>
          <p:cNvSpPr>
            <a:spLocks noGrp="1"/>
          </p:cNvSpPr>
          <p:nvPr>
            <p:ph type="ftr" sz="quarter" idx="11"/>
          </p:nvPr>
        </p:nvSpPr>
        <p:spPr/>
        <p:txBody>
          <a:bodyPr/>
          <a:lstStyle/>
          <a:p>
            <a:endParaRPr lang="en-US"/>
          </a:p>
        </p:txBody>
      </p:sp>
      <p:sp>
        <p:nvSpPr>
          <p:cNvPr id="6" name="Foliennummernplatzhalter 5">
            <a:extLst>
              <a:ext uri="{FF2B5EF4-FFF2-40B4-BE49-F238E27FC236}">
                <a16:creationId xmlns:a16="http://schemas.microsoft.com/office/drawing/2014/main" id="{986C7144-5F63-4B2A-AD82-03CEB02B2420}"/>
              </a:ext>
            </a:extLst>
          </p:cNvPr>
          <p:cNvSpPr>
            <a:spLocks noGrp="1"/>
          </p:cNvSpPr>
          <p:nvPr>
            <p:ph type="sldNum" sz="quarter" idx="12"/>
          </p:nvPr>
        </p:nvSpPr>
        <p:spPr/>
        <p:txBody>
          <a:bodyPr/>
          <a:lstStyle/>
          <a:p>
            <a:fld id="{66109E94-A3CC-4B0B-98CC-499212A90507}" type="slidenum">
              <a:rPr lang="en-US" smtClean="0"/>
              <a:t>‹Nr.›</a:t>
            </a:fld>
            <a:endParaRPr lang="en-US"/>
          </a:p>
        </p:txBody>
      </p:sp>
    </p:spTree>
    <p:extLst>
      <p:ext uri="{BB962C8B-B14F-4D97-AF65-F5344CB8AC3E}">
        <p14:creationId xmlns:p14="http://schemas.microsoft.com/office/powerpoint/2010/main" val="2405588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20A1970-3D40-423F-B690-B281D344358F}"/>
              </a:ext>
            </a:extLst>
          </p:cNvPr>
          <p:cNvSpPr>
            <a:spLocks noGrp="1"/>
          </p:cNvSpPr>
          <p:nvPr>
            <p:ph type="title"/>
          </p:nvPr>
        </p:nvSpPr>
        <p:spPr/>
        <p:txBody>
          <a:bodyPr/>
          <a:lstStyle/>
          <a:p>
            <a:r>
              <a:rPr lang="de-DE"/>
              <a:t>Mastertitelformat bearbeiten</a:t>
            </a:r>
            <a:endParaRPr lang="en-US"/>
          </a:p>
        </p:txBody>
      </p:sp>
      <p:sp>
        <p:nvSpPr>
          <p:cNvPr id="3" name="Inhaltsplatzhalter 2">
            <a:extLst>
              <a:ext uri="{FF2B5EF4-FFF2-40B4-BE49-F238E27FC236}">
                <a16:creationId xmlns:a16="http://schemas.microsoft.com/office/drawing/2014/main" id="{0A13FBE7-F930-44E8-9232-8D0BD480B1B0}"/>
              </a:ext>
            </a:extLst>
          </p:cNvPr>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4" name="Datumsplatzhalter 3">
            <a:extLst>
              <a:ext uri="{FF2B5EF4-FFF2-40B4-BE49-F238E27FC236}">
                <a16:creationId xmlns:a16="http://schemas.microsoft.com/office/drawing/2014/main" id="{B680D706-B9B0-4F27-8F0D-7E546322D9AB}"/>
              </a:ext>
            </a:extLst>
          </p:cNvPr>
          <p:cNvSpPr>
            <a:spLocks noGrp="1"/>
          </p:cNvSpPr>
          <p:nvPr>
            <p:ph type="dt" sz="half" idx="10"/>
          </p:nvPr>
        </p:nvSpPr>
        <p:spPr/>
        <p:txBody>
          <a:bodyPr/>
          <a:lstStyle/>
          <a:p>
            <a:fld id="{DAAFE238-BB13-420D-842F-E110498EBF98}" type="datetimeFigureOut">
              <a:rPr lang="en-US" smtClean="0"/>
              <a:t>11/29/25</a:t>
            </a:fld>
            <a:endParaRPr lang="en-US"/>
          </a:p>
        </p:txBody>
      </p:sp>
      <p:sp>
        <p:nvSpPr>
          <p:cNvPr id="5" name="Fußzeilenplatzhalter 4">
            <a:extLst>
              <a:ext uri="{FF2B5EF4-FFF2-40B4-BE49-F238E27FC236}">
                <a16:creationId xmlns:a16="http://schemas.microsoft.com/office/drawing/2014/main" id="{C4E0B645-5F66-48C7-9203-D6CCAF5C057D}"/>
              </a:ext>
            </a:extLst>
          </p:cNvPr>
          <p:cNvSpPr>
            <a:spLocks noGrp="1"/>
          </p:cNvSpPr>
          <p:nvPr>
            <p:ph type="ftr" sz="quarter" idx="11"/>
          </p:nvPr>
        </p:nvSpPr>
        <p:spPr/>
        <p:txBody>
          <a:bodyPr/>
          <a:lstStyle/>
          <a:p>
            <a:endParaRPr lang="en-US"/>
          </a:p>
        </p:txBody>
      </p:sp>
      <p:sp>
        <p:nvSpPr>
          <p:cNvPr id="6" name="Foliennummernplatzhalter 5">
            <a:extLst>
              <a:ext uri="{FF2B5EF4-FFF2-40B4-BE49-F238E27FC236}">
                <a16:creationId xmlns:a16="http://schemas.microsoft.com/office/drawing/2014/main" id="{F2636DCB-B38A-440C-B9B5-9F3FAC676214}"/>
              </a:ext>
            </a:extLst>
          </p:cNvPr>
          <p:cNvSpPr>
            <a:spLocks noGrp="1"/>
          </p:cNvSpPr>
          <p:nvPr>
            <p:ph type="sldNum" sz="quarter" idx="12"/>
          </p:nvPr>
        </p:nvSpPr>
        <p:spPr/>
        <p:txBody>
          <a:bodyPr/>
          <a:lstStyle/>
          <a:p>
            <a:fld id="{66109E94-A3CC-4B0B-98CC-499212A90507}" type="slidenum">
              <a:rPr lang="en-US" smtClean="0"/>
              <a:t>‹Nr.›</a:t>
            </a:fld>
            <a:endParaRPr lang="en-US"/>
          </a:p>
        </p:txBody>
      </p:sp>
    </p:spTree>
    <p:extLst>
      <p:ext uri="{BB962C8B-B14F-4D97-AF65-F5344CB8AC3E}">
        <p14:creationId xmlns:p14="http://schemas.microsoft.com/office/powerpoint/2010/main" val="9499404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E55FF20-0F14-4F5F-81A7-0B208E35CEE2}"/>
              </a:ext>
            </a:extLst>
          </p:cNvPr>
          <p:cNvSpPr>
            <a:spLocks noGrp="1"/>
          </p:cNvSpPr>
          <p:nvPr>
            <p:ph type="title"/>
          </p:nvPr>
        </p:nvSpPr>
        <p:spPr>
          <a:xfrm>
            <a:off x="831850" y="1709738"/>
            <a:ext cx="10515600" cy="2852737"/>
          </a:xfrm>
        </p:spPr>
        <p:txBody>
          <a:bodyPr anchor="b"/>
          <a:lstStyle>
            <a:lvl1pPr>
              <a:defRPr sz="6000"/>
            </a:lvl1pPr>
          </a:lstStyle>
          <a:p>
            <a:r>
              <a:rPr lang="de-DE"/>
              <a:t>Mastertitelformat bearbeiten</a:t>
            </a:r>
            <a:endParaRPr lang="en-US"/>
          </a:p>
        </p:txBody>
      </p:sp>
      <p:sp>
        <p:nvSpPr>
          <p:cNvPr id="3" name="Textplatzhalter 2">
            <a:extLst>
              <a:ext uri="{FF2B5EF4-FFF2-40B4-BE49-F238E27FC236}">
                <a16:creationId xmlns:a16="http://schemas.microsoft.com/office/drawing/2014/main" id="{0E2C48F6-B315-4EE0-849D-5363D71745F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Mastertextformat bearbeiten</a:t>
            </a:r>
          </a:p>
        </p:txBody>
      </p:sp>
      <p:sp>
        <p:nvSpPr>
          <p:cNvPr id="4" name="Datumsplatzhalter 3">
            <a:extLst>
              <a:ext uri="{FF2B5EF4-FFF2-40B4-BE49-F238E27FC236}">
                <a16:creationId xmlns:a16="http://schemas.microsoft.com/office/drawing/2014/main" id="{F1D9D97F-9E32-4A11-B196-14EB5A038C83}"/>
              </a:ext>
            </a:extLst>
          </p:cNvPr>
          <p:cNvSpPr>
            <a:spLocks noGrp="1"/>
          </p:cNvSpPr>
          <p:nvPr>
            <p:ph type="dt" sz="half" idx="10"/>
          </p:nvPr>
        </p:nvSpPr>
        <p:spPr/>
        <p:txBody>
          <a:bodyPr/>
          <a:lstStyle/>
          <a:p>
            <a:fld id="{DAAFE238-BB13-420D-842F-E110498EBF98}" type="datetimeFigureOut">
              <a:rPr lang="en-US" smtClean="0"/>
              <a:t>11/29/25</a:t>
            </a:fld>
            <a:endParaRPr lang="en-US"/>
          </a:p>
        </p:txBody>
      </p:sp>
      <p:sp>
        <p:nvSpPr>
          <p:cNvPr id="5" name="Fußzeilenplatzhalter 4">
            <a:extLst>
              <a:ext uri="{FF2B5EF4-FFF2-40B4-BE49-F238E27FC236}">
                <a16:creationId xmlns:a16="http://schemas.microsoft.com/office/drawing/2014/main" id="{F0FF6659-FE85-4674-B9FE-C0007C2B80B9}"/>
              </a:ext>
            </a:extLst>
          </p:cNvPr>
          <p:cNvSpPr>
            <a:spLocks noGrp="1"/>
          </p:cNvSpPr>
          <p:nvPr>
            <p:ph type="ftr" sz="quarter" idx="11"/>
          </p:nvPr>
        </p:nvSpPr>
        <p:spPr/>
        <p:txBody>
          <a:bodyPr/>
          <a:lstStyle/>
          <a:p>
            <a:endParaRPr lang="en-US"/>
          </a:p>
        </p:txBody>
      </p:sp>
      <p:sp>
        <p:nvSpPr>
          <p:cNvPr id="6" name="Foliennummernplatzhalter 5">
            <a:extLst>
              <a:ext uri="{FF2B5EF4-FFF2-40B4-BE49-F238E27FC236}">
                <a16:creationId xmlns:a16="http://schemas.microsoft.com/office/drawing/2014/main" id="{57D1F838-9ED7-4B1A-9060-309D7B775C47}"/>
              </a:ext>
            </a:extLst>
          </p:cNvPr>
          <p:cNvSpPr>
            <a:spLocks noGrp="1"/>
          </p:cNvSpPr>
          <p:nvPr>
            <p:ph type="sldNum" sz="quarter" idx="12"/>
          </p:nvPr>
        </p:nvSpPr>
        <p:spPr/>
        <p:txBody>
          <a:bodyPr/>
          <a:lstStyle/>
          <a:p>
            <a:fld id="{66109E94-A3CC-4B0B-98CC-499212A90507}" type="slidenum">
              <a:rPr lang="en-US" smtClean="0"/>
              <a:t>‹Nr.›</a:t>
            </a:fld>
            <a:endParaRPr lang="en-US"/>
          </a:p>
        </p:txBody>
      </p:sp>
    </p:spTree>
    <p:extLst>
      <p:ext uri="{BB962C8B-B14F-4D97-AF65-F5344CB8AC3E}">
        <p14:creationId xmlns:p14="http://schemas.microsoft.com/office/powerpoint/2010/main" val="17529974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EAA0FB9-3667-4762-990F-57A499DD3586}"/>
              </a:ext>
            </a:extLst>
          </p:cNvPr>
          <p:cNvSpPr>
            <a:spLocks noGrp="1"/>
          </p:cNvSpPr>
          <p:nvPr>
            <p:ph type="title"/>
          </p:nvPr>
        </p:nvSpPr>
        <p:spPr/>
        <p:txBody>
          <a:bodyPr/>
          <a:lstStyle/>
          <a:p>
            <a:r>
              <a:rPr lang="de-DE"/>
              <a:t>Mastertitelformat bearbeiten</a:t>
            </a:r>
            <a:endParaRPr lang="en-US"/>
          </a:p>
        </p:txBody>
      </p:sp>
      <p:sp>
        <p:nvSpPr>
          <p:cNvPr id="3" name="Inhaltsplatzhalter 2">
            <a:extLst>
              <a:ext uri="{FF2B5EF4-FFF2-40B4-BE49-F238E27FC236}">
                <a16:creationId xmlns:a16="http://schemas.microsoft.com/office/drawing/2014/main" id="{E421C3C7-836F-4128-A2B6-398495185888}"/>
              </a:ext>
            </a:extLst>
          </p:cNvPr>
          <p:cNvSpPr>
            <a:spLocks noGrp="1"/>
          </p:cNvSpPr>
          <p:nvPr>
            <p:ph sz="half" idx="1"/>
          </p:nvPr>
        </p:nvSpPr>
        <p:spPr>
          <a:xfrm>
            <a:off x="838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4" name="Inhaltsplatzhalter 3">
            <a:extLst>
              <a:ext uri="{FF2B5EF4-FFF2-40B4-BE49-F238E27FC236}">
                <a16:creationId xmlns:a16="http://schemas.microsoft.com/office/drawing/2014/main" id="{E49F410A-01C0-423C-809F-0B075636B370}"/>
              </a:ext>
            </a:extLst>
          </p:cNvPr>
          <p:cNvSpPr>
            <a:spLocks noGrp="1"/>
          </p:cNvSpPr>
          <p:nvPr>
            <p:ph sz="half" idx="2"/>
          </p:nvPr>
        </p:nvSpPr>
        <p:spPr>
          <a:xfrm>
            <a:off x="6172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5" name="Datumsplatzhalter 4">
            <a:extLst>
              <a:ext uri="{FF2B5EF4-FFF2-40B4-BE49-F238E27FC236}">
                <a16:creationId xmlns:a16="http://schemas.microsoft.com/office/drawing/2014/main" id="{FDE04FF5-7EFC-4AD6-84C2-AC6EEB96DE46}"/>
              </a:ext>
            </a:extLst>
          </p:cNvPr>
          <p:cNvSpPr>
            <a:spLocks noGrp="1"/>
          </p:cNvSpPr>
          <p:nvPr>
            <p:ph type="dt" sz="half" idx="10"/>
          </p:nvPr>
        </p:nvSpPr>
        <p:spPr/>
        <p:txBody>
          <a:bodyPr/>
          <a:lstStyle/>
          <a:p>
            <a:fld id="{DAAFE238-BB13-420D-842F-E110498EBF98}" type="datetimeFigureOut">
              <a:rPr lang="en-US" smtClean="0"/>
              <a:t>11/29/25</a:t>
            </a:fld>
            <a:endParaRPr lang="en-US"/>
          </a:p>
        </p:txBody>
      </p:sp>
      <p:sp>
        <p:nvSpPr>
          <p:cNvPr id="6" name="Fußzeilenplatzhalter 5">
            <a:extLst>
              <a:ext uri="{FF2B5EF4-FFF2-40B4-BE49-F238E27FC236}">
                <a16:creationId xmlns:a16="http://schemas.microsoft.com/office/drawing/2014/main" id="{4ED50B05-B777-494C-A5FA-AAA48702B37F}"/>
              </a:ext>
            </a:extLst>
          </p:cNvPr>
          <p:cNvSpPr>
            <a:spLocks noGrp="1"/>
          </p:cNvSpPr>
          <p:nvPr>
            <p:ph type="ftr" sz="quarter" idx="11"/>
          </p:nvPr>
        </p:nvSpPr>
        <p:spPr/>
        <p:txBody>
          <a:bodyPr/>
          <a:lstStyle/>
          <a:p>
            <a:endParaRPr lang="en-US"/>
          </a:p>
        </p:txBody>
      </p:sp>
      <p:sp>
        <p:nvSpPr>
          <p:cNvPr id="7" name="Foliennummernplatzhalter 6">
            <a:extLst>
              <a:ext uri="{FF2B5EF4-FFF2-40B4-BE49-F238E27FC236}">
                <a16:creationId xmlns:a16="http://schemas.microsoft.com/office/drawing/2014/main" id="{74858235-77CF-4160-89AB-EE672716BDC2}"/>
              </a:ext>
            </a:extLst>
          </p:cNvPr>
          <p:cNvSpPr>
            <a:spLocks noGrp="1"/>
          </p:cNvSpPr>
          <p:nvPr>
            <p:ph type="sldNum" sz="quarter" idx="12"/>
          </p:nvPr>
        </p:nvSpPr>
        <p:spPr/>
        <p:txBody>
          <a:bodyPr/>
          <a:lstStyle/>
          <a:p>
            <a:fld id="{66109E94-A3CC-4B0B-98CC-499212A90507}" type="slidenum">
              <a:rPr lang="en-US" smtClean="0"/>
              <a:t>‹Nr.›</a:t>
            </a:fld>
            <a:endParaRPr lang="en-US"/>
          </a:p>
        </p:txBody>
      </p:sp>
    </p:spTree>
    <p:extLst>
      <p:ext uri="{BB962C8B-B14F-4D97-AF65-F5344CB8AC3E}">
        <p14:creationId xmlns:p14="http://schemas.microsoft.com/office/powerpoint/2010/main" val="26859843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6DAD345-84CB-44D0-8CA2-5F7159B8551C}"/>
              </a:ext>
            </a:extLst>
          </p:cNvPr>
          <p:cNvSpPr>
            <a:spLocks noGrp="1"/>
          </p:cNvSpPr>
          <p:nvPr>
            <p:ph type="title"/>
          </p:nvPr>
        </p:nvSpPr>
        <p:spPr>
          <a:xfrm>
            <a:off x="839788" y="365125"/>
            <a:ext cx="10515600" cy="1325563"/>
          </a:xfrm>
        </p:spPr>
        <p:txBody>
          <a:bodyPr/>
          <a:lstStyle/>
          <a:p>
            <a:r>
              <a:rPr lang="de-DE"/>
              <a:t>Mastertitelformat bearbeiten</a:t>
            </a:r>
            <a:endParaRPr lang="en-US"/>
          </a:p>
        </p:txBody>
      </p:sp>
      <p:sp>
        <p:nvSpPr>
          <p:cNvPr id="3" name="Textplatzhalter 2">
            <a:extLst>
              <a:ext uri="{FF2B5EF4-FFF2-40B4-BE49-F238E27FC236}">
                <a16:creationId xmlns:a16="http://schemas.microsoft.com/office/drawing/2014/main" id="{9FD3A067-8760-4D03-B9EB-B796FF99607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ECB0C068-FD1E-4C3D-AE27-4AF2BB749B9C}"/>
              </a:ext>
            </a:extLst>
          </p:cNvPr>
          <p:cNvSpPr>
            <a:spLocks noGrp="1"/>
          </p:cNvSpPr>
          <p:nvPr>
            <p:ph sz="half" idx="2"/>
          </p:nvPr>
        </p:nvSpPr>
        <p:spPr>
          <a:xfrm>
            <a:off x="839788" y="2505075"/>
            <a:ext cx="5157787"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5" name="Textplatzhalter 4">
            <a:extLst>
              <a:ext uri="{FF2B5EF4-FFF2-40B4-BE49-F238E27FC236}">
                <a16:creationId xmlns:a16="http://schemas.microsoft.com/office/drawing/2014/main" id="{875543B6-1A8C-4BE4-83E8-797DDF6ABF1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8B75F9B7-8BEA-4F88-870D-069861299B3F}"/>
              </a:ext>
            </a:extLst>
          </p:cNvPr>
          <p:cNvSpPr>
            <a:spLocks noGrp="1"/>
          </p:cNvSpPr>
          <p:nvPr>
            <p:ph sz="quarter" idx="4"/>
          </p:nvPr>
        </p:nvSpPr>
        <p:spPr>
          <a:xfrm>
            <a:off x="6172200" y="2505075"/>
            <a:ext cx="5183188"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7" name="Datumsplatzhalter 6">
            <a:extLst>
              <a:ext uri="{FF2B5EF4-FFF2-40B4-BE49-F238E27FC236}">
                <a16:creationId xmlns:a16="http://schemas.microsoft.com/office/drawing/2014/main" id="{101A8EB4-0055-4675-8638-EAB8058F394B}"/>
              </a:ext>
            </a:extLst>
          </p:cNvPr>
          <p:cNvSpPr>
            <a:spLocks noGrp="1"/>
          </p:cNvSpPr>
          <p:nvPr>
            <p:ph type="dt" sz="half" idx="10"/>
          </p:nvPr>
        </p:nvSpPr>
        <p:spPr/>
        <p:txBody>
          <a:bodyPr/>
          <a:lstStyle/>
          <a:p>
            <a:fld id="{DAAFE238-BB13-420D-842F-E110498EBF98}" type="datetimeFigureOut">
              <a:rPr lang="en-US" smtClean="0"/>
              <a:t>11/29/25</a:t>
            </a:fld>
            <a:endParaRPr lang="en-US"/>
          </a:p>
        </p:txBody>
      </p:sp>
      <p:sp>
        <p:nvSpPr>
          <p:cNvPr id="8" name="Fußzeilenplatzhalter 7">
            <a:extLst>
              <a:ext uri="{FF2B5EF4-FFF2-40B4-BE49-F238E27FC236}">
                <a16:creationId xmlns:a16="http://schemas.microsoft.com/office/drawing/2014/main" id="{A8E0884D-9C3B-4651-B096-BFF82DAFDD59}"/>
              </a:ext>
            </a:extLst>
          </p:cNvPr>
          <p:cNvSpPr>
            <a:spLocks noGrp="1"/>
          </p:cNvSpPr>
          <p:nvPr>
            <p:ph type="ftr" sz="quarter" idx="11"/>
          </p:nvPr>
        </p:nvSpPr>
        <p:spPr/>
        <p:txBody>
          <a:bodyPr/>
          <a:lstStyle/>
          <a:p>
            <a:endParaRPr lang="en-US"/>
          </a:p>
        </p:txBody>
      </p:sp>
      <p:sp>
        <p:nvSpPr>
          <p:cNvPr id="9" name="Foliennummernplatzhalter 8">
            <a:extLst>
              <a:ext uri="{FF2B5EF4-FFF2-40B4-BE49-F238E27FC236}">
                <a16:creationId xmlns:a16="http://schemas.microsoft.com/office/drawing/2014/main" id="{31C57E87-9EC5-482D-AB35-0BC13DA44F18}"/>
              </a:ext>
            </a:extLst>
          </p:cNvPr>
          <p:cNvSpPr>
            <a:spLocks noGrp="1"/>
          </p:cNvSpPr>
          <p:nvPr>
            <p:ph type="sldNum" sz="quarter" idx="12"/>
          </p:nvPr>
        </p:nvSpPr>
        <p:spPr/>
        <p:txBody>
          <a:bodyPr/>
          <a:lstStyle/>
          <a:p>
            <a:fld id="{66109E94-A3CC-4B0B-98CC-499212A90507}" type="slidenum">
              <a:rPr lang="en-US" smtClean="0"/>
              <a:t>‹Nr.›</a:t>
            </a:fld>
            <a:endParaRPr lang="en-US"/>
          </a:p>
        </p:txBody>
      </p:sp>
    </p:spTree>
    <p:extLst>
      <p:ext uri="{BB962C8B-B14F-4D97-AF65-F5344CB8AC3E}">
        <p14:creationId xmlns:p14="http://schemas.microsoft.com/office/powerpoint/2010/main" val="26290213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390D47B-2EB0-46CA-8DC5-F31B91E03C8C}"/>
              </a:ext>
            </a:extLst>
          </p:cNvPr>
          <p:cNvSpPr>
            <a:spLocks noGrp="1"/>
          </p:cNvSpPr>
          <p:nvPr>
            <p:ph type="title"/>
          </p:nvPr>
        </p:nvSpPr>
        <p:spPr/>
        <p:txBody>
          <a:bodyPr/>
          <a:lstStyle/>
          <a:p>
            <a:r>
              <a:rPr lang="de-DE"/>
              <a:t>Mastertitelformat bearbeiten</a:t>
            </a:r>
            <a:endParaRPr lang="en-US"/>
          </a:p>
        </p:txBody>
      </p:sp>
      <p:sp>
        <p:nvSpPr>
          <p:cNvPr id="3" name="Datumsplatzhalter 2">
            <a:extLst>
              <a:ext uri="{FF2B5EF4-FFF2-40B4-BE49-F238E27FC236}">
                <a16:creationId xmlns:a16="http://schemas.microsoft.com/office/drawing/2014/main" id="{660561D4-EF7B-457D-9404-6553AAFADD9D}"/>
              </a:ext>
            </a:extLst>
          </p:cNvPr>
          <p:cNvSpPr>
            <a:spLocks noGrp="1"/>
          </p:cNvSpPr>
          <p:nvPr>
            <p:ph type="dt" sz="half" idx="10"/>
          </p:nvPr>
        </p:nvSpPr>
        <p:spPr/>
        <p:txBody>
          <a:bodyPr/>
          <a:lstStyle/>
          <a:p>
            <a:fld id="{DAAFE238-BB13-420D-842F-E110498EBF98}" type="datetimeFigureOut">
              <a:rPr lang="en-US" smtClean="0"/>
              <a:t>11/29/25</a:t>
            </a:fld>
            <a:endParaRPr lang="en-US"/>
          </a:p>
        </p:txBody>
      </p:sp>
      <p:sp>
        <p:nvSpPr>
          <p:cNvPr id="4" name="Fußzeilenplatzhalter 3">
            <a:extLst>
              <a:ext uri="{FF2B5EF4-FFF2-40B4-BE49-F238E27FC236}">
                <a16:creationId xmlns:a16="http://schemas.microsoft.com/office/drawing/2014/main" id="{AC10504A-0AB3-4C0E-8C9C-64FBD13730F8}"/>
              </a:ext>
            </a:extLst>
          </p:cNvPr>
          <p:cNvSpPr>
            <a:spLocks noGrp="1"/>
          </p:cNvSpPr>
          <p:nvPr>
            <p:ph type="ftr" sz="quarter" idx="11"/>
          </p:nvPr>
        </p:nvSpPr>
        <p:spPr/>
        <p:txBody>
          <a:bodyPr/>
          <a:lstStyle/>
          <a:p>
            <a:endParaRPr lang="en-US"/>
          </a:p>
        </p:txBody>
      </p:sp>
      <p:sp>
        <p:nvSpPr>
          <p:cNvPr id="5" name="Foliennummernplatzhalter 4">
            <a:extLst>
              <a:ext uri="{FF2B5EF4-FFF2-40B4-BE49-F238E27FC236}">
                <a16:creationId xmlns:a16="http://schemas.microsoft.com/office/drawing/2014/main" id="{6F08D5C8-0B1B-4DF9-A6E4-46895E35612C}"/>
              </a:ext>
            </a:extLst>
          </p:cNvPr>
          <p:cNvSpPr>
            <a:spLocks noGrp="1"/>
          </p:cNvSpPr>
          <p:nvPr>
            <p:ph type="sldNum" sz="quarter" idx="12"/>
          </p:nvPr>
        </p:nvSpPr>
        <p:spPr/>
        <p:txBody>
          <a:bodyPr/>
          <a:lstStyle/>
          <a:p>
            <a:fld id="{66109E94-A3CC-4B0B-98CC-499212A90507}" type="slidenum">
              <a:rPr lang="en-US" smtClean="0"/>
              <a:t>‹Nr.›</a:t>
            </a:fld>
            <a:endParaRPr lang="en-US"/>
          </a:p>
        </p:txBody>
      </p:sp>
    </p:spTree>
    <p:extLst>
      <p:ext uri="{BB962C8B-B14F-4D97-AF65-F5344CB8AC3E}">
        <p14:creationId xmlns:p14="http://schemas.microsoft.com/office/powerpoint/2010/main" val="40267355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DDD1CE01-19CC-4F83-AAF2-76E89E740352}"/>
              </a:ext>
            </a:extLst>
          </p:cNvPr>
          <p:cNvSpPr>
            <a:spLocks noGrp="1"/>
          </p:cNvSpPr>
          <p:nvPr>
            <p:ph type="dt" sz="half" idx="10"/>
          </p:nvPr>
        </p:nvSpPr>
        <p:spPr/>
        <p:txBody>
          <a:bodyPr/>
          <a:lstStyle/>
          <a:p>
            <a:fld id="{DAAFE238-BB13-420D-842F-E110498EBF98}" type="datetimeFigureOut">
              <a:rPr lang="en-US" smtClean="0"/>
              <a:t>11/29/25</a:t>
            </a:fld>
            <a:endParaRPr lang="en-US"/>
          </a:p>
        </p:txBody>
      </p:sp>
      <p:sp>
        <p:nvSpPr>
          <p:cNvPr id="3" name="Fußzeilenplatzhalter 2">
            <a:extLst>
              <a:ext uri="{FF2B5EF4-FFF2-40B4-BE49-F238E27FC236}">
                <a16:creationId xmlns:a16="http://schemas.microsoft.com/office/drawing/2014/main" id="{9DACD585-0FBE-4133-9B99-B4AEBD426F43}"/>
              </a:ext>
            </a:extLst>
          </p:cNvPr>
          <p:cNvSpPr>
            <a:spLocks noGrp="1"/>
          </p:cNvSpPr>
          <p:nvPr>
            <p:ph type="ftr" sz="quarter" idx="11"/>
          </p:nvPr>
        </p:nvSpPr>
        <p:spPr/>
        <p:txBody>
          <a:bodyPr/>
          <a:lstStyle/>
          <a:p>
            <a:endParaRPr lang="en-US"/>
          </a:p>
        </p:txBody>
      </p:sp>
      <p:sp>
        <p:nvSpPr>
          <p:cNvPr id="4" name="Foliennummernplatzhalter 3">
            <a:extLst>
              <a:ext uri="{FF2B5EF4-FFF2-40B4-BE49-F238E27FC236}">
                <a16:creationId xmlns:a16="http://schemas.microsoft.com/office/drawing/2014/main" id="{E5E1323F-FFC8-4E2D-82F4-826DAFACA53B}"/>
              </a:ext>
            </a:extLst>
          </p:cNvPr>
          <p:cNvSpPr>
            <a:spLocks noGrp="1"/>
          </p:cNvSpPr>
          <p:nvPr>
            <p:ph type="sldNum" sz="quarter" idx="12"/>
          </p:nvPr>
        </p:nvSpPr>
        <p:spPr/>
        <p:txBody>
          <a:bodyPr/>
          <a:lstStyle/>
          <a:p>
            <a:fld id="{66109E94-A3CC-4B0B-98CC-499212A90507}" type="slidenum">
              <a:rPr lang="en-US" smtClean="0"/>
              <a:t>‹Nr.›</a:t>
            </a:fld>
            <a:endParaRPr lang="en-US"/>
          </a:p>
        </p:txBody>
      </p:sp>
    </p:spTree>
    <p:extLst>
      <p:ext uri="{BB962C8B-B14F-4D97-AF65-F5344CB8AC3E}">
        <p14:creationId xmlns:p14="http://schemas.microsoft.com/office/powerpoint/2010/main" val="22712605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394069-5E45-4320-A957-C086D68F356C}"/>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endParaRPr lang="en-US"/>
          </a:p>
        </p:txBody>
      </p:sp>
      <p:sp>
        <p:nvSpPr>
          <p:cNvPr id="3" name="Inhaltsplatzhalter 2">
            <a:extLst>
              <a:ext uri="{FF2B5EF4-FFF2-40B4-BE49-F238E27FC236}">
                <a16:creationId xmlns:a16="http://schemas.microsoft.com/office/drawing/2014/main" id="{B6A5A994-3FE0-4BF9-806B-EB192614B00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4" name="Textplatzhalter 3">
            <a:extLst>
              <a:ext uri="{FF2B5EF4-FFF2-40B4-BE49-F238E27FC236}">
                <a16:creationId xmlns:a16="http://schemas.microsoft.com/office/drawing/2014/main" id="{4D6D5BC0-7176-49F7-AE02-D9D6BE03B4B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B5D1179F-AD48-476D-B30F-88788D694479}"/>
              </a:ext>
            </a:extLst>
          </p:cNvPr>
          <p:cNvSpPr>
            <a:spLocks noGrp="1"/>
          </p:cNvSpPr>
          <p:nvPr>
            <p:ph type="dt" sz="half" idx="10"/>
          </p:nvPr>
        </p:nvSpPr>
        <p:spPr/>
        <p:txBody>
          <a:bodyPr/>
          <a:lstStyle/>
          <a:p>
            <a:fld id="{DAAFE238-BB13-420D-842F-E110498EBF98}" type="datetimeFigureOut">
              <a:rPr lang="en-US" smtClean="0"/>
              <a:t>11/29/25</a:t>
            </a:fld>
            <a:endParaRPr lang="en-US"/>
          </a:p>
        </p:txBody>
      </p:sp>
      <p:sp>
        <p:nvSpPr>
          <p:cNvPr id="6" name="Fußzeilenplatzhalter 5">
            <a:extLst>
              <a:ext uri="{FF2B5EF4-FFF2-40B4-BE49-F238E27FC236}">
                <a16:creationId xmlns:a16="http://schemas.microsoft.com/office/drawing/2014/main" id="{685460D8-D86B-4367-A345-B08A973A2190}"/>
              </a:ext>
            </a:extLst>
          </p:cNvPr>
          <p:cNvSpPr>
            <a:spLocks noGrp="1"/>
          </p:cNvSpPr>
          <p:nvPr>
            <p:ph type="ftr" sz="quarter" idx="11"/>
          </p:nvPr>
        </p:nvSpPr>
        <p:spPr/>
        <p:txBody>
          <a:bodyPr/>
          <a:lstStyle/>
          <a:p>
            <a:endParaRPr lang="en-US"/>
          </a:p>
        </p:txBody>
      </p:sp>
      <p:sp>
        <p:nvSpPr>
          <p:cNvPr id="7" name="Foliennummernplatzhalter 6">
            <a:extLst>
              <a:ext uri="{FF2B5EF4-FFF2-40B4-BE49-F238E27FC236}">
                <a16:creationId xmlns:a16="http://schemas.microsoft.com/office/drawing/2014/main" id="{7EDEBC30-9320-4EBC-9567-5104AA0FCD44}"/>
              </a:ext>
            </a:extLst>
          </p:cNvPr>
          <p:cNvSpPr>
            <a:spLocks noGrp="1"/>
          </p:cNvSpPr>
          <p:nvPr>
            <p:ph type="sldNum" sz="quarter" idx="12"/>
          </p:nvPr>
        </p:nvSpPr>
        <p:spPr/>
        <p:txBody>
          <a:bodyPr/>
          <a:lstStyle/>
          <a:p>
            <a:fld id="{66109E94-A3CC-4B0B-98CC-499212A90507}" type="slidenum">
              <a:rPr lang="en-US" smtClean="0"/>
              <a:t>‹Nr.›</a:t>
            </a:fld>
            <a:endParaRPr lang="en-US"/>
          </a:p>
        </p:txBody>
      </p:sp>
    </p:spTree>
    <p:extLst>
      <p:ext uri="{BB962C8B-B14F-4D97-AF65-F5344CB8AC3E}">
        <p14:creationId xmlns:p14="http://schemas.microsoft.com/office/powerpoint/2010/main" val="1849534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F4212BB-EBFD-47C1-B5E9-0F24A26DE81B}"/>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endParaRPr lang="en-US"/>
          </a:p>
        </p:txBody>
      </p:sp>
      <p:sp>
        <p:nvSpPr>
          <p:cNvPr id="3" name="Bildplatzhalter 2">
            <a:extLst>
              <a:ext uri="{FF2B5EF4-FFF2-40B4-BE49-F238E27FC236}">
                <a16:creationId xmlns:a16="http://schemas.microsoft.com/office/drawing/2014/main" id="{D69EC12B-BEBC-4F38-B581-1261E367F0C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platzhalter 3">
            <a:extLst>
              <a:ext uri="{FF2B5EF4-FFF2-40B4-BE49-F238E27FC236}">
                <a16:creationId xmlns:a16="http://schemas.microsoft.com/office/drawing/2014/main" id="{46936997-8E08-49B6-8DF2-F1F937CA7EA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7166578C-E562-4BA3-8CAA-40BF39DABCD2}"/>
              </a:ext>
            </a:extLst>
          </p:cNvPr>
          <p:cNvSpPr>
            <a:spLocks noGrp="1"/>
          </p:cNvSpPr>
          <p:nvPr>
            <p:ph type="dt" sz="half" idx="10"/>
          </p:nvPr>
        </p:nvSpPr>
        <p:spPr/>
        <p:txBody>
          <a:bodyPr/>
          <a:lstStyle/>
          <a:p>
            <a:fld id="{DAAFE238-BB13-420D-842F-E110498EBF98}" type="datetimeFigureOut">
              <a:rPr lang="en-US" smtClean="0"/>
              <a:t>11/29/25</a:t>
            </a:fld>
            <a:endParaRPr lang="en-US"/>
          </a:p>
        </p:txBody>
      </p:sp>
      <p:sp>
        <p:nvSpPr>
          <p:cNvPr id="6" name="Fußzeilenplatzhalter 5">
            <a:extLst>
              <a:ext uri="{FF2B5EF4-FFF2-40B4-BE49-F238E27FC236}">
                <a16:creationId xmlns:a16="http://schemas.microsoft.com/office/drawing/2014/main" id="{4FA13AD8-BB97-40C6-B2A5-3228DE1E723F}"/>
              </a:ext>
            </a:extLst>
          </p:cNvPr>
          <p:cNvSpPr>
            <a:spLocks noGrp="1"/>
          </p:cNvSpPr>
          <p:nvPr>
            <p:ph type="ftr" sz="quarter" idx="11"/>
          </p:nvPr>
        </p:nvSpPr>
        <p:spPr/>
        <p:txBody>
          <a:bodyPr/>
          <a:lstStyle/>
          <a:p>
            <a:endParaRPr lang="en-US"/>
          </a:p>
        </p:txBody>
      </p:sp>
      <p:sp>
        <p:nvSpPr>
          <p:cNvPr id="7" name="Foliennummernplatzhalter 6">
            <a:extLst>
              <a:ext uri="{FF2B5EF4-FFF2-40B4-BE49-F238E27FC236}">
                <a16:creationId xmlns:a16="http://schemas.microsoft.com/office/drawing/2014/main" id="{EB9BE6FF-E4C3-475D-88F5-E26651A14AC6}"/>
              </a:ext>
            </a:extLst>
          </p:cNvPr>
          <p:cNvSpPr>
            <a:spLocks noGrp="1"/>
          </p:cNvSpPr>
          <p:nvPr>
            <p:ph type="sldNum" sz="quarter" idx="12"/>
          </p:nvPr>
        </p:nvSpPr>
        <p:spPr/>
        <p:txBody>
          <a:bodyPr/>
          <a:lstStyle/>
          <a:p>
            <a:fld id="{66109E94-A3CC-4B0B-98CC-499212A90507}" type="slidenum">
              <a:rPr lang="en-US" smtClean="0"/>
              <a:t>‹Nr.›</a:t>
            </a:fld>
            <a:endParaRPr lang="en-US"/>
          </a:p>
        </p:txBody>
      </p:sp>
    </p:spTree>
    <p:extLst>
      <p:ext uri="{BB962C8B-B14F-4D97-AF65-F5344CB8AC3E}">
        <p14:creationId xmlns:p14="http://schemas.microsoft.com/office/powerpoint/2010/main" val="6773472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0170952-BDED-4AA0-9AF8-0A16238926A8}"/>
              </a:ext>
            </a:extLst>
          </p:cNvPr>
          <p:cNvSpPr>
            <a:spLocks noGrp="1"/>
          </p:cNvSpPr>
          <p:nvPr>
            <p:ph type="title"/>
          </p:nvPr>
        </p:nvSpPr>
        <p:spPr/>
        <p:txBody>
          <a:bodyPr/>
          <a:lstStyle/>
          <a:p>
            <a:r>
              <a:rPr lang="de-DE"/>
              <a:t>Mastertitelformat bearbeiten</a:t>
            </a:r>
            <a:endParaRPr lang="en-US"/>
          </a:p>
        </p:txBody>
      </p:sp>
      <p:sp>
        <p:nvSpPr>
          <p:cNvPr id="3" name="Vertikaler Textplatzhalter 2">
            <a:extLst>
              <a:ext uri="{FF2B5EF4-FFF2-40B4-BE49-F238E27FC236}">
                <a16:creationId xmlns:a16="http://schemas.microsoft.com/office/drawing/2014/main" id="{F7D588D2-4646-467B-AD36-3C7E26BA733E}"/>
              </a:ext>
            </a:extLst>
          </p:cNvPr>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4" name="Datumsplatzhalter 3">
            <a:extLst>
              <a:ext uri="{FF2B5EF4-FFF2-40B4-BE49-F238E27FC236}">
                <a16:creationId xmlns:a16="http://schemas.microsoft.com/office/drawing/2014/main" id="{0E6A16A0-4F9B-4F01-BA5B-A1CAD9AC4D5D}"/>
              </a:ext>
            </a:extLst>
          </p:cNvPr>
          <p:cNvSpPr>
            <a:spLocks noGrp="1"/>
          </p:cNvSpPr>
          <p:nvPr>
            <p:ph type="dt" sz="half" idx="10"/>
          </p:nvPr>
        </p:nvSpPr>
        <p:spPr/>
        <p:txBody>
          <a:bodyPr/>
          <a:lstStyle/>
          <a:p>
            <a:fld id="{DAAFE238-BB13-420D-842F-E110498EBF98}" type="datetimeFigureOut">
              <a:rPr lang="en-US" smtClean="0"/>
              <a:t>11/29/25</a:t>
            </a:fld>
            <a:endParaRPr lang="en-US"/>
          </a:p>
        </p:txBody>
      </p:sp>
      <p:sp>
        <p:nvSpPr>
          <p:cNvPr id="5" name="Fußzeilenplatzhalter 4">
            <a:extLst>
              <a:ext uri="{FF2B5EF4-FFF2-40B4-BE49-F238E27FC236}">
                <a16:creationId xmlns:a16="http://schemas.microsoft.com/office/drawing/2014/main" id="{6E3462CD-AE4C-4A9D-98B0-8967BDCA31F2}"/>
              </a:ext>
            </a:extLst>
          </p:cNvPr>
          <p:cNvSpPr>
            <a:spLocks noGrp="1"/>
          </p:cNvSpPr>
          <p:nvPr>
            <p:ph type="ftr" sz="quarter" idx="11"/>
          </p:nvPr>
        </p:nvSpPr>
        <p:spPr/>
        <p:txBody>
          <a:bodyPr/>
          <a:lstStyle/>
          <a:p>
            <a:endParaRPr lang="en-US"/>
          </a:p>
        </p:txBody>
      </p:sp>
      <p:sp>
        <p:nvSpPr>
          <p:cNvPr id="6" name="Foliennummernplatzhalter 5">
            <a:extLst>
              <a:ext uri="{FF2B5EF4-FFF2-40B4-BE49-F238E27FC236}">
                <a16:creationId xmlns:a16="http://schemas.microsoft.com/office/drawing/2014/main" id="{CBABDD0D-C40E-4B50-9BD2-CA98ECAE0290}"/>
              </a:ext>
            </a:extLst>
          </p:cNvPr>
          <p:cNvSpPr>
            <a:spLocks noGrp="1"/>
          </p:cNvSpPr>
          <p:nvPr>
            <p:ph type="sldNum" sz="quarter" idx="12"/>
          </p:nvPr>
        </p:nvSpPr>
        <p:spPr/>
        <p:txBody>
          <a:bodyPr/>
          <a:lstStyle/>
          <a:p>
            <a:fld id="{66109E94-A3CC-4B0B-98CC-499212A90507}" type="slidenum">
              <a:rPr lang="en-US" smtClean="0"/>
              <a:t>‹Nr.›</a:t>
            </a:fld>
            <a:endParaRPr lang="en-US"/>
          </a:p>
        </p:txBody>
      </p:sp>
    </p:spTree>
    <p:extLst>
      <p:ext uri="{BB962C8B-B14F-4D97-AF65-F5344CB8AC3E}">
        <p14:creationId xmlns:p14="http://schemas.microsoft.com/office/powerpoint/2010/main" val="15929957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A7600A65-DF40-452D-A0FE-54493AA8BDE8}"/>
              </a:ext>
            </a:extLst>
          </p:cNvPr>
          <p:cNvSpPr>
            <a:spLocks noGrp="1"/>
          </p:cNvSpPr>
          <p:nvPr>
            <p:ph type="title" orient="vert"/>
          </p:nvPr>
        </p:nvSpPr>
        <p:spPr>
          <a:xfrm>
            <a:off x="8724900" y="365125"/>
            <a:ext cx="2628900" cy="5811838"/>
          </a:xfrm>
        </p:spPr>
        <p:txBody>
          <a:bodyPr vert="eaVert"/>
          <a:lstStyle/>
          <a:p>
            <a:r>
              <a:rPr lang="de-DE"/>
              <a:t>Mastertitelformat bearbeiten</a:t>
            </a:r>
            <a:endParaRPr lang="en-US"/>
          </a:p>
        </p:txBody>
      </p:sp>
      <p:sp>
        <p:nvSpPr>
          <p:cNvPr id="3" name="Vertikaler Textplatzhalter 2">
            <a:extLst>
              <a:ext uri="{FF2B5EF4-FFF2-40B4-BE49-F238E27FC236}">
                <a16:creationId xmlns:a16="http://schemas.microsoft.com/office/drawing/2014/main" id="{9FF1D44A-BEB1-4869-98FF-30D8EFADBED6}"/>
              </a:ext>
            </a:extLst>
          </p:cNvPr>
          <p:cNvSpPr>
            <a:spLocks noGrp="1"/>
          </p:cNvSpPr>
          <p:nvPr>
            <p:ph type="body" orient="vert" idx="1"/>
          </p:nvPr>
        </p:nvSpPr>
        <p:spPr>
          <a:xfrm>
            <a:off x="838200" y="365125"/>
            <a:ext cx="7734300" cy="58118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4" name="Datumsplatzhalter 3">
            <a:extLst>
              <a:ext uri="{FF2B5EF4-FFF2-40B4-BE49-F238E27FC236}">
                <a16:creationId xmlns:a16="http://schemas.microsoft.com/office/drawing/2014/main" id="{6908A128-A253-476B-830C-C9BCFDE550E7}"/>
              </a:ext>
            </a:extLst>
          </p:cNvPr>
          <p:cNvSpPr>
            <a:spLocks noGrp="1"/>
          </p:cNvSpPr>
          <p:nvPr>
            <p:ph type="dt" sz="half" idx="10"/>
          </p:nvPr>
        </p:nvSpPr>
        <p:spPr/>
        <p:txBody>
          <a:bodyPr/>
          <a:lstStyle/>
          <a:p>
            <a:fld id="{DAAFE238-BB13-420D-842F-E110498EBF98}" type="datetimeFigureOut">
              <a:rPr lang="en-US" smtClean="0"/>
              <a:t>11/29/25</a:t>
            </a:fld>
            <a:endParaRPr lang="en-US"/>
          </a:p>
        </p:txBody>
      </p:sp>
      <p:sp>
        <p:nvSpPr>
          <p:cNvPr id="5" name="Fußzeilenplatzhalter 4">
            <a:extLst>
              <a:ext uri="{FF2B5EF4-FFF2-40B4-BE49-F238E27FC236}">
                <a16:creationId xmlns:a16="http://schemas.microsoft.com/office/drawing/2014/main" id="{B300D327-57C0-44E8-96BB-FB5A39BCD539}"/>
              </a:ext>
            </a:extLst>
          </p:cNvPr>
          <p:cNvSpPr>
            <a:spLocks noGrp="1"/>
          </p:cNvSpPr>
          <p:nvPr>
            <p:ph type="ftr" sz="quarter" idx="11"/>
          </p:nvPr>
        </p:nvSpPr>
        <p:spPr/>
        <p:txBody>
          <a:bodyPr/>
          <a:lstStyle/>
          <a:p>
            <a:endParaRPr lang="en-US"/>
          </a:p>
        </p:txBody>
      </p:sp>
      <p:sp>
        <p:nvSpPr>
          <p:cNvPr id="6" name="Foliennummernplatzhalter 5">
            <a:extLst>
              <a:ext uri="{FF2B5EF4-FFF2-40B4-BE49-F238E27FC236}">
                <a16:creationId xmlns:a16="http://schemas.microsoft.com/office/drawing/2014/main" id="{EF4F148F-0CF7-43D6-8D34-6BC8922E5C2E}"/>
              </a:ext>
            </a:extLst>
          </p:cNvPr>
          <p:cNvSpPr>
            <a:spLocks noGrp="1"/>
          </p:cNvSpPr>
          <p:nvPr>
            <p:ph type="sldNum" sz="quarter" idx="12"/>
          </p:nvPr>
        </p:nvSpPr>
        <p:spPr/>
        <p:txBody>
          <a:bodyPr/>
          <a:lstStyle/>
          <a:p>
            <a:fld id="{66109E94-A3CC-4B0B-98CC-499212A90507}" type="slidenum">
              <a:rPr lang="en-US" smtClean="0"/>
              <a:t>‹Nr.›</a:t>
            </a:fld>
            <a:endParaRPr lang="en-US"/>
          </a:p>
        </p:txBody>
      </p:sp>
    </p:spTree>
    <p:extLst>
      <p:ext uri="{BB962C8B-B14F-4D97-AF65-F5344CB8AC3E}">
        <p14:creationId xmlns:p14="http://schemas.microsoft.com/office/powerpoint/2010/main" val="23203270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2A94EB5B-81C1-4993-AD23-21642D168C3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Mastertitelformat bearbeiten</a:t>
            </a:r>
            <a:endParaRPr lang="en-US"/>
          </a:p>
        </p:txBody>
      </p:sp>
      <p:sp>
        <p:nvSpPr>
          <p:cNvPr id="3" name="Textplatzhalter 2">
            <a:extLst>
              <a:ext uri="{FF2B5EF4-FFF2-40B4-BE49-F238E27FC236}">
                <a16:creationId xmlns:a16="http://schemas.microsoft.com/office/drawing/2014/main" id="{B03035E7-ED28-4E56-8CC6-90118C61643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4" name="Datumsplatzhalter 3">
            <a:extLst>
              <a:ext uri="{FF2B5EF4-FFF2-40B4-BE49-F238E27FC236}">
                <a16:creationId xmlns:a16="http://schemas.microsoft.com/office/drawing/2014/main" id="{A8843D4C-18E2-4407-8A04-559620DA3B2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AAFE238-BB13-420D-842F-E110498EBF98}" type="datetimeFigureOut">
              <a:rPr lang="en-US" smtClean="0"/>
              <a:t>11/29/25</a:t>
            </a:fld>
            <a:endParaRPr lang="en-US"/>
          </a:p>
        </p:txBody>
      </p:sp>
      <p:sp>
        <p:nvSpPr>
          <p:cNvPr id="5" name="Fußzeilenplatzhalter 4">
            <a:extLst>
              <a:ext uri="{FF2B5EF4-FFF2-40B4-BE49-F238E27FC236}">
                <a16:creationId xmlns:a16="http://schemas.microsoft.com/office/drawing/2014/main" id="{A1956D05-7519-4A68-883B-DF1A7752B0A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Foliennummernplatzhalter 5">
            <a:extLst>
              <a:ext uri="{FF2B5EF4-FFF2-40B4-BE49-F238E27FC236}">
                <a16:creationId xmlns:a16="http://schemas.microsoft.com/office/drawing/2014/main" id="{5C21D61A-DDD2-4A60-AE3F-84922FCC3CB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6109E94-A3CC-4B0B-98CC-499212A90507}" type="slidenum">
              <a:rPr lang="en-US" smtClean="0"/>
              <a:t>‹Nr.›</a:t>
            </a:fld>
            <a:endParaRPr lang="en-US"/>
          </a:p>
        </p:txBody>
      </p:sp>
    </p:spTree>
    <p:extLst>
      <p:ext uri="{BB962C8B-B14F-4D97-AF65-F5344CB8AC3E}">
        <p14:creationId xmlns:p14="http://schemas.microsoft.com/office/powerpoint/2010/main" val="709480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781A061-4493-492F-8176-C37075154585}"/>
              </a:ext>
            </a:extLst>
          </p:cNvPr>
          <p:cNvSpPr>
            <a:spLocks noGrp="1"/>
          </p:cNvSpPr>
          <p:nvPr>
            <p:ph type="ctrTitle"/>
          </p:nvPr>
        </p:nvSpPr>
        <p:spPr/>
        <p:txBody>
          <a:bodyPr/>
          <a:lstStyle/>
          <a:p>
            <a:r>
              <a:rPr lang="en-US" dirty="0" err="1"/>
              <a:t>Krimidinner</a:t>
            </a:r>
            <a:endParaRPr lang="en-US" dirty="0"/>
          </a:p>
        </p:txBody>
      </p:sp>
      <p:sp>
        <p:nvSpPr>
          <p:cNvPr id="3" name="Untertitel 2">
            <a:extLst>
              <a:ext uri="{FF2B5EF4-FFF2-40B4-BE49-F238E27FC236}">
                <a16:creationId xmlns:a16="http://schemas.microsoft.com/office/drawing/2014/main" id="{A1B63C24-D507-4B38-9686-7CF4BC0BA489}"/>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191141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3D78712-C212-4D1A-B17D-CF0A90C2A874}"/>
              </a:ext>
            </a:extLst>
          </p:cNvPr>
          <p:cNvSpPr>
            <a:spLocks noGrp="1"/>
          </p:cNvSpPr>
          <p:nvPr>
            <p:ph type="title"/>
          </p:nvPr>
        </p:nvSpPr>
        <p:spPr/>
        <p:txBody>
          <a:bodyPr>
            <a:normAutofit/>
          </a:bodyPr>
          <a:lstStyle/>
          <a:p>
            <a:r>
              <a:rPr lang="de-DE" sz="4000" b="1" dirty="0"/>
              <a:t>1. Dr. Sarah Chen – Ehemalige Notärztin heute HNO-Ärztin</a:t>
            </a:r>
            <a:endParaRPr lang="en-US" sz="4000" dirty="0"/>
          </a:p>
        </p:txBody>
      </p:sp>
      <p:sp>
        <p:nvSpPr>
          <p:cNvPr id="3" name="Inhaltsplatzhalter 2">
            <a:extLst>
              <a:ext uri="{FF2B5EF4-FFF2-40B4-BE49-F238E27FC236}">
                <a16:creationId xmlns:a16="http://schemas.microsoft.com/office/drawing/2014/main" id="{0B54B9DD-83A5-48D7-A669-BFB1A6598AF8}"/>
              </a:ext>
            </a:extLst>
          </p:cNvPr>
          <p:cNvSpPr>
            <a:spLocks noGrp="1"/>
          </p:cNvSpPr>
          <p:nvPr>
            <p:ph idx="1"/>
          </p:nvPr>
        </p:nvSpPr>
        <p:spPr/>
        <p:txBody>
          <a:bodyPr>
            <a:normAutofit lnSpcReduction="10000"/>
          </a:bodyPr>
          <a:lstStyle/>
          <a:p>
            <a:pPr marL="0" indent="0">
              <a:buNone/>
            </a:pPr>
            <a:r>
              <a:rPr lang="de-DE" sz="1600" b="1" dirty="0"/>
              <a:t>Für dich bestimmt:</a:t>
            </a:r>
            <a:r>
              <a:rPr lang="de-DE" sz="1600" dirty="0"/>
              <a:t> Am 07.12.2023, vor fast genau drei Jahren hast du es nicht geschafft Jonas Rebers (Koch) Vater zu retten. Das geschah hier – im Hotel Aurora. Du bist wieder hier um dich deinen Ängsten zu stellen, du willst das die Alpträume aufhören.</a:t>
            </a:r>
          </a:p>
          <a:p>
            <a:pPr marL="0" indent="0">
              <a:buNone/>
            </a:pPr>
            <a:r>
              <a:rPr lang="de-DE" sz="1600" b="1" dirty="0"/>
              <a:t>Äußeres: </a:t>
            </a:r>
            <a:r>
              <a:rPr lang="de-DE" sz="1600" dirty="0"/>
              <a:t>Athletisch, kurze schwarze Haare, stets funktional gekleidet</a:t>
            </a:r>
          </a:p>
          <a:p>
            <a:pPr marL="0" indent="0">
              <a:buNone/>
            </a:pPr>
            <a:r>
              <a:rPr lang="de-DE" sz="1600" b="1" dirty="0"/>
              <a:t>Persönlichkeit: </a:t>
            </a:r>
            <a:r>
              <a:rPr lang="de-DE" sz="1600" dirty="0"/>
              <a:t>Ruhig, analytisch, gewohnt unter Druck zu arbeiten</a:t>
            </a:r>
            <a:br>
              <a:rPr lang="de-DE" sz="1600" dirty="0"/>
            </a:br>
            <a:r>
              <a:rPr lang="de-DE" sz="1600" b="1" dirty="0"/>
              <a:t>Deine kleinen Aufgaben:</a:t>
            </a:r>
            <a:endParaRPr lang="de-DE" sz="1600" dirty="0"/>
          </a:p>
          <a:p>
            <a:pPr>
              <a:buFont typeface="Arial" panose="020B0604020202020204" pitchFamily="34" charset="0"/>
              <a:buChar char="•"/>
            </a:pPr>
            <a:r>
              <a:rPr lang="de-DE" sz="1600" dirty="0"/>
              <a:t>Sprich mit Luna darüber, ob es ein Leben nach dem Tod gibt und ob die Seelen derer, die man nicht retten konnte, uns beobachten.</a:t>
            </a:r>
          </a:p>
          <a:p>
            <a:pPr>
              <a:buFont typeface="Arial" panose="020B0604020202020204" pitchFamily="34" charset="0"/>
              <a:buChar char="•"/>
            </a:pPr>
            <a:r>
              <a:rPr lang="de-DE" sz="1600" dirty="0"/>
              <a:t>Du beobachtest, dass Elise Vincent immer komisch anschaut. Frag Vincent, ob er sie kennt und was er beruflich macht.</a:t>
            </a:r>
          </a:p>
          <a:p>
            <a:pPr marL="0" indent="0">
              <a:buNone/>
            </a:pPr>
            <a:r>
              <a:rPr lang="de-DE" sz="1600" b="1" dirty="0"/>
              <a:t>Was du zusätzlich bemerkst:</a:t>
            </a:r>
            <a:endParaRPr lang="de-DE" sz="1600" dirty="0"/>
          </a:p>
          <a:p>
            <a:pPr>
              <a:buFont typeface="Arial" panose="020B0604020202020204" pitchFamily="34" charset="0"/>
              <a:buChar char="•"/>
            </a:pPr>
            <a:r>
              <a:rPr lang="de-DE" sz="1600" b="1" dirty="0"/>
              <a:t>Du bemerkst bei Vincent Dubois</a:t>
            </a:r>
            <a:r>
              <a:rPr lang="de-DE" sz="1600" dirty="0"/>
              <a:t>, dass er extrem ausweichend wird, sobald persönliche Themen auftauchen – du hast das Gefühl, er hat etwas zu verbergen – besonders mit Blick auf Elise.</a:t>
            </a:r>
          </a:p>
          <a:p>
            <a:pPr>
              <a:buFont typeface="Arial" panose="020B0604020202020204" pitchFamily="34" charset="0"/>
              <a:buChar char="•"/>
            </a:pPr>
            <a:r>
              <a:rPr lang="de-DE" sz="1600" b="1" dirty="0"/>
              <a:t>Du bemerkst bei Maria Gonzalez</a:t>
            </a:r>
            <a:r>
              <a:rPr lang="de-DE" sz="1600" dirty="0"/>
              <a:t>, dass sie ungewöhnlich gut informiert über den alten Hotelvorfall wirkt – vielleicht steckt mehr dahinter, als sie sagt.</a:t>
            </a:r>
          </a:p>
          <a:p>
            <a:pPr>
              <a:buFont typeface="Arial" panose="020B0604020202020204" pitchFamily="34" charset="0"/>
              <a:buChar char="•"/>
            </a:pPr>
            <a:r>
              <a:rPr lang="de-DE" sz="1600" b="1" dirty="0"/>
              <a:t>Du bemerkst bei Elise/Dimitri</a:t>
            </a:r>
            <a:r>
              <a:rPr lang="de-DE" sz="1600" dirty="0"/>
              <a:t>, dass ihre Stimmung schwankt, sobald sie gemeinsam im Raum sind – die Beziehung wirkt instabil und reizbar.</a:t>
            </a:r>
          </a:p>
          <a:p>
            <a:endParaRPr lang="en-US" sz="1600" dirty="0"/>
          </a:p>
        </p:txBody>
      </p:sp>
    </p:spTree>
    <p:extLst>
      <p:ext uri="{BB962C8B-B14F-4D97-AF65-F5344CB8AC3E}">
        <p14:creationId xmlns:p14="http://schemas.microsoft.com/office/powerpoint/2010/main" val="10593898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feld 6">
            <a:extLst>
              <a:ext uri="{FF2B5EF4-FFF2-40B4-BE49-F238E27FC236}">
                <a16:creationId xmlns:a16="http://schemas.microsoft.com/office/drawing/2014/main" id="{2CE43F2D-DDC8-490D-8453-55F97BA55F47}"/>
              </a:ext>
            </a:extLst>
          </p:cNvPr>
          <p:cNvSpPr txBox="1"/>
          <p:nvPr/>
        </p:nvSpPr>
        <p:spPr>
          <a:xfrm>
            <a:off x="601134" y="1476117"/>
            <a:ext cx="8297333" cy="5509200"/>
          </a:xfrm>
          <a:prstGeom prst="rect">
            <a:avLst/>
          </a:prstGeom>
          <a:noFill/>
        </p:spPr>
        <p:txBody>
          <a:bodyPr wrap="square">
            <a:spAutoFit/>
          </a:bodyPr>
          <a:lstStyle/>
          <a:p>
            <a:r>
              <a:rPr lang="de-DE" sz="1600" b="1" dirty="0"/>
              <a:t>Für dich bestimmt:</a:t>
            </a:r>
            <a:r>
              <a:rPr lang="de-DE" sz="1600" dirty="0"/>
              <a:t> Vater und Tante erlebten eine Tragödie im Jahr 1991, als sie an einer Salmonellenvergiftung im Hotel Aurora verstarben.</a:t>
            </a:r>
            <a:br>
              <a:rPr lang="de-DE" sz="1600" dirty="0"/>
            </a:br>
            <a:r>
              <a:rPr lang="de-DE" sz="1600" b="1" dirty="0"/>
              <a:t>Äußeres: </a:t>
            </a:r>
            <a:r>
              <a:rPr lang="de-DE" sz="1600" dirty="0"/>
              <a:t>Lange silbergraue Haare, trägt viel Schmuck mit Mondsteinen</a:t>
            </a:r>
          </a:p>
          <a:p>
            <a:r>
              <a:rPr lang="de-DE" sz="1600" b="1" dirty="0"/>
              <a:t>Persönlichkeit: </a:t>
            </a:r>
            <a:r>
              <a:rPr lang="de-DE" sz="1600" dirty="0"/>
              <a:t>Verträumt, spricht in Rätseln, überraschend scharfsinnig, Vegetarierin, du kennst viele Primzahlen und bist gut im Kopfrechnen und lässt das die Leute auch gerne wissen</a:t>
            </a:r>
          </a:p>
          <a:p>
            <a:r>
              <a:rPr lang="de-DE" sz="1600" b="1" dirty="0"/>
              <a:t>Deine kleinen Aufgaben:</a:t>
            </a:r>
            <a:endParaRPr lang="de-DE" sz="1600" dirty="0"/>
          </a:p>
          <a:p>
            <a:pPr marL="285750" indent="-285750">
              <a:buFont typeface="Arial" panose="020B0604020202020204" pitchFamily="34" charset="0"/>
              <a:buChar char="•"/>
            </a:pPr>
            <a:r>
              <a:rPr lang="de-DE" sz="1600" dirty="0"/>
              <a:t>Bitte Antonio, dein silbernes Mondstein-Amulett zu halten und beobachte seine Reaktion. </a:t>
            </a:r>
          </a:p>
          <a:p>
            <a:pPr marL="285750" indent="-285750">
              <a:buFont typeface="Arial" panose="020B0604020202020204" pitchFamily="34" charset="0"/>
              <a:buChar char="•"/>
            </a:pPr>
            <a:r>
              <a:rPr lang="de-DE" sz="1600" dirty="0"/>
              <a:t>Du hast beim Ankommen einen Streit zw. Pater und Koch bemerkt. Frag ihn, warum er den Koch vorhin wegen DSGVO so zusammengestaucht hat. Erwähne auch, dass du die Essenskarte gesehen hast – kein Bio und fast nur Fleischgerichte, mit solchen Köchen geht die Welt den Bach runter…</a:t>
            </a:r>
          </a:p>
          <a:p>
            <a:pPr marL="285750" indent="-285750">
              <a:buFont typeface="Arial" panose="020B0604020202020204" pitchFamily="34" charset="0"/>
              <a:buChar char="•"/>
            </a:pPr>
            <a:r>
              <a:rPr lang="de-DE" sz="1600" dirty="0"/>
              <a:t>Erzähle Sarah, dass du findest das Elise eine extrem schlechte Aura hat und wohl ein böser Mensch sei.</a:t>
            </a:r>
          </a:p>
          <a:p>
            <a:pPr marL="285750" indent="-285750">
              <a:buFont typeface="Arial" panose="020B0604020202020204" pitchFamily="34" charset="0"/>
              <a:buChar char="•"/>
            </a:pPr>
            <a:r>
              <a:rPr lang="de-DE" sz="1600" dirty="0"/>
              <a:t>Schnuppere immer wieder an anderen Leuten. Wenn es auffällt → kommentarlos weggehen.</a:t>
            </a:r>
          </a:p>
          <a:p>
            <a:endParaRPr lang="de-DE" sz="1600" b="1" dirty="0"/>
          </a:p>
          <a:p>
            <a:r>
              <a:rPr lang="de-DE" sz="1600" b="1" dirty="0"/>
              <a:t>Was du zusätzlich bemerkst:</a:t>
            </a:r>
            <a:endParaRPr lang="de-DE" sz="1600" dirty="0"/>
          </a:p>
          <a:p>
            <a:pPr marL="285750" indent="-285750">
              <a:buFont typeface="Arial" panose="020B0604020202020204" pitchFamily="34" charset="0"/>
              <a:buChar char="•"/>
            </a:pPr>
            <a:r>
              <a:rPr lang="de-DE" sz="1600" b="1" dirty="0"/>
              <a:t>Du bemerkst bei Pater Antonio</a:t>
            </a:r>
            <a:r>
              <a:rPr lang="de-DE" sz="1600" dirty="0"/>
              <a:t>, dass er sichtbar nervös wird, als er den Mondstein hält – als ob er etwas Okkultes verbergen wollte.</a:t>
            </a:r>
          </a:p>
          <a:p>
            <a:pPr marL="285750" indent="-285750">
              <a:buFont typeface="Arial" panose="020B0604020202020204" pitchFamily="34" charset="0"/>
              <a:buChar char="•"/>
            </a:pPr>
            <a:r>
              <a:rPr lang="de-DE" sz="1600" b="1" dirty="0"/>
              <a:t>Du bemerkst bei Viktoria Lang</a:t>
            </a:r>
            <a:r>
              <a:rPr lang="de-DE" sz="1600" dirty="0"/>
              <a:t>, dass sie beim Thema Essen übertrieben unentspannt reagiert – irgendetwas stresst sie politisch oder moralisch.</a:t>
            </a:r>
          </a:p>
          <a:p>
            <a:pPr marL="285750" indent="-285750">
              <a:buFont typeface="Arial" panose="020B0604020202020204" pitchFamily="34" charset="0"/>
              <a:buChar char="•"/>
            </a:pPr>
            <a:r>
              <a:rPr lang="de-DE" sz="1600" b="1" dirty="0"/>
              <a:t>Du bemerkst bei Jonas (Koch)</a:t>
            </a:r>
            <a:r>
              <a:rPr lang="de-DE" sz="1600" dirty="0"/>
              <a:t>, dass seine Angst vor „Regeln und Vorschriften“ unnatürlich wirkt – er scheint etwas zu vertuschen.</a:t>
            </a:r>
          </a:p>
        </p:txBody>
      </p:sp>
      <p:sp>
        <p:nvSpPr>
          <p:cNvPr id="8" name="Titel 1">
            <a:extLst>
              <a:ext uri="{FF2B5EF4-FFF2-40B4-BE49-F238E27FC236}">
                <a16:creationId xmlns:a16="http://schemas.microsoft.com/office/drawing/2014/main" id="{AF1E91D3-9576-479B-A308-255F8BA914F0}"/>
              </a:ext>
            </a:extLst>
          </p:cNvPr>
          <p:cNvSpPr>
            <a:spLocks noGrp="1"/>
          </p:cNvSpPr>
          <p:nvPr>
            <p:ph type="title"/>
          </p:nvPr>
        </p:nvSpPr>
        <p:spPr>
          <a:xfrm>
            <a:off x="838200" y="365125"/>
            <a:ext cx="10515600" cy="1325563"/>
          </a:xfrm>
        </p:spPr>
        <p:txBody>
          <a:bodyPr>
            <a:normAutofit/>
          </a:bodyPr>
          <a:lstStyle/>
          <a:p>
            <a:r>
              <a:rPr lang="de-DE" sz="4000" b="1" dirty="0"/>
              <a:t>2. Luna Silbermann – Esoterikerin</a:t>
            </a:r>
            <a:endParaRPr lang="en-US" sz="4000" dirty="0"/>
          </a:p>
        </p:txBody>
      </p:sp>
    </p:spTree>
    <p:extLst>
      <p:ext uri="{BB962C8B-B14F-4D97-AF65-F5344CB8AC3E}">
        <p14:creationId xmlns:p14="http://schemas.microsoft.com/office/powerpoint/2010/main" val="28840437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feld 4">
            <a:extLst>
              <a:ext uri="{FF2B5EF4-FFF2-40B4-BE49-F238E27FC236}">
                <a16:creationId xmlns:a16="http://schemas.microsoft.com/office/drawing/2014/main" id="{DD9D16A0-39C7-42DB-9DD0-59B55E47B8E1}"/>
              </a:ext>
            </a:extLst>
          </p:cNvPr>
          <p:cNvSpPr txBox="1"/>
          <p:nvPr/>
        </p:nvSpPr>
        <p:spPr>
          <a:xfrm>
            <a:off x="821267" y="1782395"/>
            <a:ext cx="9110133" cy="4278094"/>
          </a:xfrm>
          <a:prstGeom prst="rect">
            <a:avLst/>
          </a:prstGeom>
          <a:noFill/>
        </p:spPr>
        <p:txBody>
          <a:bodyPr wrap="square">
            <a:spAutoFit/>
          </a:bodyPr>
          <a:lstStyle/>
          <a:p>
            <a:r>
              <a:rPr lang="de-DE" sz="1600" b="1" dirty="0"/>
              <a:t>Für dich bestimmt :</a:t>
            </a:r>
            <a:r>
              <a:rPr lang="de-DE" sz="1600" dirty="0"/>
              <a:t> Hohe Spielschulden und hast dein ganzes Geld aus deiner Sportlerkarriere verprasst. Sollte das Publik werden kannst du dir weitere Werbedeals abschminken.</a:t>
            </a:r>
          </a:p>
          <a:p>
            <a:r>
              <a:rPr lang="de-DE" sz="1600" b="1" dirty="0"/>
              <a:t>Äußeres: </a:t>
            </a:r>
            <a:r>
              <a:rPr lang="de-DE" sz="1600" dirty="0"/>
              <a:t>Gebräunt, perfekt gestylt, Rolex, Designerkleidung</a:t>
            </a:r>
          </a:p>
          <a:p>
            <a:r>
              <a:rPr lang="de-DE" sz="1600" b="1" dirty="0"/>
              <a:t>Persönlichkeit: </a:t>
            </a:r>
            <a:r>
              <a:rPr lang="de-DE" sz="1600" dirty="0"/>
              <a:t>Charmant, oberflächlich wirkend, unterschätzt</a:t>
            </a:r>
            <a:br>
              <a:rPr lang="de-DE" sz="1600" dirty="0"/>
            </a:br>
            <a:r>
              <a:rPr lang="de-DE" sz="1600" b="1" dirty="0"/>
              <a:t>Deine kleinen Aufgaben:</a:t>
            </a:r>
            <a:endParaRPr lang="de-DE" sz="1600" dirty="0"/>
          </a:p>
          <a:p>
            <a:pPr marL="285750" indent="-285750">
              <a:buFont typeface="Arial" panose="020B0604020202020204" pitchFamily="34" charset="0"/>
              <a:buChar char="•"/>
            </a:pPr>
            <a:r>
              <a:rPr lang="de-DE" sz="1600" dirty="0"/>
              <a:t>Versuche, Viktoria für ein regionales Sportprojekt (Golf) zu begeistern. Reagiere empfindlich, falls sie Kosten und verfügbares Eigenkapital hinterfragt.</a:t>
            </a:r>
          </a:p>
          <a:p>
            <a:pPr marL="285750" indent="-285750">
              <a:buFont typeface="Arial" panose="020B0604020202020204" pitchFamily="34" charset="0"/>
              <a:buChar char="•"/>
            </a:pPr>
            <a:r>
              <a:rPr lang="de-DE" sz="1600" dirty="0"/>
              <a:t>Mach immer wieder Golf Abschlag- oder Putt-Trockenübungen.</a:t>
            </a:r>
          </a:p>
          <a:p>
            <a:pPr marL="285750" indent="-285750">
              <a:buFont typeface="Arial" panose="020B0604020202020204" pitchFamily="34" charset="0"/>
              <a:buChar char="•"/>
            </a:pPr>
            <a:r>
              <a:rPr lang="de-DE" sz="1600" dirty="0"/>
              <a:t>Als du Alexa fragen willst, ob ihre KI Zahlungsströme optimieren könnte, siehst du ein frustriertes Gespräch mit dem Hotelier. Alexa wirkt bedrückt.</a:t>
            </a:r>
          </a:p>
          <a:p>
            <a:r>
              <a:rPr lang="de-DE" sz="1600" b="1" dirty="0"/>
              <a:t>Was du zusätzlich bemerkst: </a:t>
            </a:r>
            <a:endParaRPr lang="de-DE" sz="1600" dirty="0"/>
          </a:p>
          <a:p>
            <a:pPr marL="285750" indent="-285750">
              <a:buFont typeface="Arial" panose="020B0604020202020204" pitchFamily="34" charset="0"/>
              <a:buChar char="•"/>
            </a:pPr>
            <a:r>
              <a:rPr lang="de-DE" sz="1600" b="1" dirty="0"/>
              <a:t>Du bemerkst bei Viktoria</a:t>
            </a:r>
            <a:r>
              <a:rPr lang="de-DE" sz="1600" dirty="0"/>
              <a:t>, dass sie ständig nervöse Seitenblicke zu Dimitri und dem Hotelier wirft – bei ihr scheint politisch etwas schiefzulaufen. Wissen die beiden mehr über sie?</a:t>
            </a:r>
          </a:p>
          <a:p>
            <a:pPr marL="285750" indent="-285750">
              <a:buFont typeface="Arial" panose="020B0604020202020204" pitchFamily="34" charset="0"/>
              <a:buChar char="•"/>
            </a:pPr>
            <a:r>
              <a:rPr lang="de-DE" sz="1600" b="1" dirty="0"/>
              <a:t>Du bemerkst bei Alexa</a:t>
            </a:r>
            <a:r>
              <a:rPr lang="de-DE" sz="1600" dirty="0"/>
              <a:t>, dass sie extrem enttäuscht vom Hotelier wirkt – du riechst finanzielle Probleme. Du bist wohl nicht der einzige Pleitegeier in der Gruppe.</a:t>
            </a:r>
          </a:p>
          <a:p>
            <a:pPr marL="285750" indent="-285750">
              <a:buFont typeface="Arial" panose="020B0604020202020204" pitchFamily="34" charset="0"/>
              <a:buChar char="•"/>
            </a:pPr>
            <a:r>
              <a:rPr lang="de-DE" sz="1600" b="1" dirty="0"/>
              <a:t>Du bemerkst bei Dimitri</a:t>
            </a:r>
            <a:r>
              <a:rPr lang="de-DE" sz="1600" dirty="0"/>
              <a:t>, dass er dich beobachtet. Er ist ein Gläubiger von dir – was dich extrem verunsichert.</a:t>
            </a:r>
          </a:p>
        </p:txBody>
      </p:sp>
      <p:sp>
        <p:nvSpPr>
          <p:cNvPr id="6" name="Titel 1">
            <a:extLst>
              <a:ext uri="{FF2B5EF4-FFF2-40B4-BE49-F238E27FC236}">
                <a16:creationId xmlns:a16="http://schemas.microsoft.com/office/drawing/2014/main" id="{ABB0014D-C5B2-4578-8F85-E671DEA222DC}"/>
              </a:ext>
            </a:extLst>
          </p:cNvPr>
          <p:cNvSpPr>
            <a:spLocks noGrp="1"/>
          </p:cNvSpPr>
          <p:nvPr>
            <p:ph type="title"/>
          </p:nvPr>
        </p:nvSpPr>
        <p:spPr>
          <a:xfrm>
            <a:off x="838200" y="365125"/>
            <a:ext cx="10515600" cy="1325563"/>
          </a:xfrm>
        </p:spPr>
        <p:txBody>
          <a:bodyPr>
            <a:normAutofit/>
          </a:bodyPr>
          <a:lstStyle/>
          <a:p>
            <a:r>
              <a:rPr lang="de-DE" sz="4000" b="1" dirty="0"/>
              <a:t>3. Maximilian „Max“ Gold – Golfprofi</a:t>
            </a:r>
          </a:p>
        </p:txBody>
      </p:sp>
    </p:spTree>
    <p:extLst>
      <p:ext uri="{BB962C8B-B14F-4D97-AF65-F5344CB8AC3E}">
        <p14:creationId xmlns:p14="http://schemas.microsoft.com/office/powerpoint/2010/main" val="9244423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A01B270-6362-45EF-8EB7-E88CED54F808}"/>
              </a:ext>
            </a:extLst>
          </p:cNvPr>
          <p:cNvSpPr>
            <a:spLocks noGrp="1"/>
          </p:cNvSpPr>
          <p:nvPr>
            <p:ph type="title"/>
          </p:nvPr>
        </p:nvSpPr>
        <p:spPr>
          <a:xfrm>
            <a:off x="838200" y="365126"/>
            <a:ext cx="10515600" cy="464434"/>
          </a:xfrm>
        </p:spPr>
        <p:txBody>
          <a:bodyPr>
            <a:normAutofit fontScale="90000"/>
          </a:bodyPr>
          <a:lstStyle/>
          <a:p>
            <a:r>
              <a:rPr lang="de-DE" b="1" dirty="0"/>
              <a:t>4. Tom Greenwood – Förster</a:t>
            </a:r>
            <a:endParaRPr lang="en-US" b="1" dirty="0"/>
          </a:p>
        </p:txBody>
      </p:sp>
      <p:sp>
        <p:nvSpPr>
          <p:cNvPr id="5" name="Textfeld 4">
            <a:extLst>
              <a:ext uri="{FF2B5EF4-FFF2-40B4-BE49-F238E27FC236}">
                <a16:creationId xmlns:a16="http://schemas.microsoft.com/office/drawing/2014/main" id="{0D481E2F-9A94-4721-B131-7C7E1B8A51A9}"/>
              </a:ext>
            </a:extLst>
          </p:cNvPr>
          <p:cNvSpPr txBox="1"/>
          <p:nvPr/>
        </p:nvSpPr>
        <p:spPr>
          <a:xfrm>
            <a:off x="982133" y="1443841"/>
            <a:ext cx="8161867" cy="4278094"/>
          </a:xfrm>
          <a:prstGeom prst="rect">
            <a:avLst/>
          </a:prstGeom>
          <a:noFill/>
        </p:spPr>
        <p:txBody>
          <a:bodyPr wrap="square">
            <a:spAutoFit/>
          </a:bodyPr>
          <a:lstStyle/>
          <a:p>
            <a:r>
              <a:rPr lang="de-DE" sz="1600" b="1" dirty="0"/>
              <a:t>Für dich bestimmt :</a:t>
            </a:r>
            <a:r>
              <a:rPr lang="de-DE" sz="1600" dirty="0"/>
              <a:t> Du bist der Natur verbunden und hast rätselhafte Tierkadaver im Revier gefunden aber auch Umweltverschmutzung bei der du denkst sie kommt vom Hotelbetrieb.</a:t>
            </a:r>
          </a:p>
          <a:p>
            <a:r>
              <a:rPr lang="de-DE" sz="1600" b="1" dirty="0"/>
              <a:t>Äußeres: </a:t>
            </a:r>
            <a:r>
              <a:rPr lang="de-DE" sz="1600" dirty="0"/>
              <a:t>Wettergegerbtes Gesicht, Vollbart, robuste Outdoor-Kleidung</a:t>
            </a:r>
          </a:p>
          <a:p>
            <a:r>
              <a:rPr lang="de-DE" sz="1600" b="1" dirty="0"/>
              <a:t>Persönlichkeit: </a:t>
            </a:r>
            <a:r>
              <a:rPr lang="de-DE" sz="1600" dirty="0"/>
              <a:t>Schweigsam, naturverbunden, misstrauisch gegenüber Fremden und gerne auch mal mit wenig Kleidung Nachts unterwegs</a:t>
            </a:r>
            <a:br>
              <a:rPr lang="de-DE" sz="1600" dirty="0"/>
            </a:br>
            <a:r>
              <a:rPr lang="de-DE" sz="1600" b="1" dirty="0"/>
              <a:t>Deine kleinen Aufgaben:</a:t>
            </a:r>
            <a:endParaRPr lang="de-DE" sz="1600" dirty="0"/>
          </a:p>
          <a:p>
            <a:pPr marL="285750" indent="-285750">
              <a:buFont typeface="Arial" panose="020B0604020202020204" pitchFamily="34" charset="0"/>
              <a:buChar char="•"/>
            </a:pPr>
            <a:r>
              <a:rPr lang="de-DE" sz="1600" dirty="0"/>
              <a:t>Sprich mit Sarah über seltsame Dinge, die du im Wald gefunden hast „komischen Spuren“. Falls sie öfter nachhakt was du meinst → kommentarlos gehen, du willst nicht dass sie denkt du seist verrückt.</a:t>
            </a:r>
          </a:p>
          <a:p>
            <a:pPr marL="285750" indent="-285750">
              <a:buFont typeface="Arial" panose="020B0604020202020204" pitchFamily="34" charset="0"/>
              <a:buChar char="•"/>
            </a:pPr>
            <a:r>
              <a:rPr lang="de-DE" sz="1600" dirty="0"/>
              <a:t>Diskutiere mit Max über Umweltschutz. Erwähne die Fritteuse voller Tierhaare im Wald.</a:t>
            </a:r>
          </a:p>
          <a:p>
            <a:r>
              <a:rPr lang="de-DE" sz="1600" b="1" dirty="0"/>
              <a:t>Was du zusätzlich bemerkst:</a:t>
            </a:r>
            <a:endParaRPr lang="de-DE" sz="1600" dirty="0"/>
          </a:p>
          <a:p>
            <a:pPr marL="285750" indent="-285750">
              <a:buFont typeface="Arial" panose="020B0604020202020204" pitchFamily="34" charset="0"/>
              <a:buChar char="•"/>
            </a:pPr>
            <a:r>
              <a:rPr lang="de-DE" sz="1600" b="1" dirty="0"/>
              <a:t>Du bemerkst bei Sarah</a:t>
            </a:r>
            <a:r>
              <a:rPr lang="de-DE" sz="1600" dirty="0"/>
              <a:t>, dass sie sichtlich nervös wird, wenn es um „Tierattacken“ geht – sie verschweigt etwas.</a:t>
            </a:r>
          </a:p>
          <a:p>
            <a:pPr marL="285750" indent="-285750">
              <a:buFont typeface="Arial" panose="020B0604020202020204" pitchFamily="34" charset="0"/>
              <a:buChar char="•"/>
            </a:pPr>
            <a:r>
              <a:rPr lang="de-DE" sz="1600" b="1" dirty="0"/>
              <a:t>Du bemerkst bei Max</a:t>
            </a:r>
            <a:r>
              <a:rPr lang="de-DE" sz="1600" dirty="0"/>
              <a:t>, dass seine Euphorie nicht echt wirkt – du erkennst sofort finanzielle Not.</a:t>
            </a:r>
          </a:p>
          <a:p>
            <a:pPr marL="285750" indent="-285750">
              <a:buFont typeface="Arial" panose="020B0604020202020204" pitchFamily="34" charset="0"/>
              <a:buChar char="•"/>
            </a:pPr>
            <a:r>
              <a:rPr lang="de-DE" sz="1600" b="1" dirty="0"/>
              <a:t>Du bemerkst bei Helga</a:t>
            </a:r>
            <a:r>
              <a:rPr lang="de-DE" sz="1600" dirty="0"/>
              <a:t>, dass sie ungewöhnlich ruhig über die Dezembernächte spricht. Das ist </a:t>
            </a:r>
            <a:r>
              <a:rPr lang="de-DE" sz="1600" i="1" dirty="0"/>
              <a:t>nicht</a:t>
            </a:r>
            <a:r>
              <a:rPr lang="de-DE" sz="1600" dirty="0"/>
              <a:t> normal.</a:t>
            </a:r>
          </a:p>
        </p:txBody>
      </p:sp>
    </p:spTree>
    <p:extLst>
      <p:ext uri="{BB962C8B-B14F-4D97-AF65-F5344CB8AC3E}">
        <p14:creationId xmlns:p14="http://schemas.microsoft.com/office/powerpoint/2010/main" val="7884387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A01B270-6362-45EF-8EB7-E88CED54F808}"/>
              </a:ext>
            </a:extLst>
          </p:cNvPr>
          <p:cNvSpPr>
            <a:spLocks noGrp="1"/>
          </p:cNvSpPr>
          <p:nvPr>
            <p:ph type="title"/>
          </p:nvPr>
        </p:nvSpPr>
        <p:spPr>
          <a:xfrm>
            <a:off x="838200" y="365126"/>
            <a:ext cx="10515600" cy="464434"/>
          </a:xfrm>
        </p:spPr>
        <p:txBody>
          <a:bodyPr>
            <a:normAutofit fontScale="90000"/>
          </a:bodyPr>
          <a:lstStyle/>
          <a:p>
            <a:r>
              <a:rPr lang="de-DE" b="1" dirty="0"/>
              <a:t>5. Maria Gonzalez – Dolmetscherin</a:t>
            </a:r>
            <a:endParaRPr lang="en-US" dirty="0"/>
          </a:p>
        </p:txBody>
      </p:sp>
      <p:sp>
        <p:nvSpPr>
          <p:cNvPr id="4" name="Textfeld 3">
            <a:extLst>
              <a:ext uri="{FF2B5EF4-FFF2-40B4-BE49-F238E27FC236}">
                <a16:creationId xmlns:a16="http://schemas.microsoft.com/office/drawing/2014/main" id="{33B5C9B6-EA62-4C19-AA97-6FB995792898}"/>
              </a:ext>
            </a:extLst>
          </p:cNvPr>
          <p:cNvSpPr txBox="1"/>
          <p:nvPr/>
        </p:nvSpPr>
        <p:spPr>
          <a:xfrm>
            <a:off x="838200" y="1305342"/>
            <a:ext cx="8305800" cy="4031873"/>
          </a:xfrm>
          <a:prstGeom prst="rect">
            <a:avLst/>
          </a:prstGeom>
          <a:noFill/>
        </p:spPr>
        <p:txBody>
          <a:bodyPr wrap="square">
            <a:spAutoFit/>
          </a:bodyPr>
          <a:lstStyle/>
          <a:p>
            <a:r>
              <a:rPr lang="de-DE" sz="1600" b="1" dirty="0"/>
              <a:t>Für dich bestimmt :</a:t>
            </a:r>
            <a:r>
              <a:rPr lang="de-DE" sz="1600" dirty="0"/>
              <a:t> Arbeitet gelegentlich für Geheimdienste. Du siehst Dimitri und Viktor in einer Verschwörung verwickelt.</a:t>
            </a:r>
          </a:p>
          <a:p>
            <a:r>
              <a:rPr lang="de-DE" sz="1600" b="1" dirty="0"/>
              <a:t>Äußeres: </a:t>
            </a:r>
            <a:r>
              <a:rPr lang="de-DE" sz="1600" dirty="0"/>
              <a:t>Elegant, dezentes Make-up, stets mit Tablet oder </a:t>
            </a:r>
            <a:r>
              <a:rPr lang="de-DE" sz="1600" dirty="0" err="1"/>
              <a:t>smartphone</a:t>
            </a:r>
            <a:endParaRPr lang="de-DE" sz="1600" dirty="0"/>
          </a:p>
          <a:p>
            <a:r>
              <a:rPr lang="de-DE" sz="1600" b="1" dirty="0"/>
              <a:t>Persönlichkeit: </a:t>
            </a:r>
            <a:r>
              <a:rPr lang="de-DE" sz="1600" dirty="0"/>
              <a:t>Aufmerksam, merkt sich jedes Detail, diplomatisch</a:t>
            </a:r>
            <a:br>
              <a:rPr lang="de-DE" sz="1600" dirty="0"/>
            </a:br>
            <a:r>
              <a:rPr lang="de-DE" sz="1600" b="1" dirty="0"/>
              <a:t>Deine kleinen Aufgaben:</a:t>
            </a:r>
            <a:endParaRPr lang="de-DE" sz="1600" dirty="0"/>
          </a:p>
          <a:p>
            <a:pPr marL="285750" indent="-285750">
              <a:buFont typeface="Arial" panose="020B0604020202020204" pitchFamily="34" charset="0"/>
              <a:buChar char="•"/>
            </a:pPr>
            <a:r>
              <a:rPr lang="de-DE" sz="1600" dirty="0"/>
              <a:t>Sprich mit Sarah über deinen gefundenen Onlineartikel zur Hoteltragödie vor drei Jahren – du glaubst, dass es Jonas Vater war die damals verstorben ist. (Muss zu Alexa verschoben werden!)</a:t>
            </a:r>
          </a:p>
          <a:p>
            <a:pPr marL="285750" indent="-285750">
              <a:buFont typeface="Arial" panose="020B0604020202020204" pitchFamily="34" charset="0"/>
              <a:buChar char="•"/>
            </a:pPr>
            <a:r>
              <a:rPr lang="de-DE" sz="1600" dirty="0"/>
              <a:t>Du hast dich etwas über Viktor informiert, du hast deine Quellen, er hat das Hotel nicht rechtens erworben. In einem Nebensatz erzählst du dem Pater davon.</a:t>
            </a:r>
          </a:p>
          <a:p>
            <a:pPr marL="285750" indent="-285750">
              <a:buFont typeface="Arial" panose="020B0604020202020204" pitchFamily="34" charset="0"/>
              <a:buChar char="•"/>
            </a:pPr>
            <a:r>
              <a:rPr lang="de-DE" sz="1600" dirty="0"/>
              <a:t>Bitte Vincent, dir etwas Russisches vorzulesen.</a:t>
            </a:r>
          </a:p>
          <a:p>
            <a:endParaRPr lang="de-DE" sz="1600" dirty="0"/>
          </a:p>
          <a:p>
            <a:r>
              <a:rPr lang="de-DE" sz="1600" b="1" dirty="0"/>
              <a:t>Was du zusätzlich bemerkst:</a:t>
            </a:r>
            <a:endParaRPr lang="de-DE" sz="1600" dirty="0"/>
          </a:p>
          <a:p>
            <a:pPr marL="285750" indent="-285750">
              <a:buFont typeface="Arial" panose="020B0604020202020204" pitchFamily="34" charset="0"/>
              <a:buChar char="•"/>
            </a:pPr>
            <a:r>
              <a:rPr lang="de-DE" sz="1600" b="1" dirty="0"/>
              <a:t>Du bemerkst bei Vincent</a:t>
            </a:r>
            <a:r>
              <a:rPr lang="de-DE" sz="1600" dirty="0"/>
              <a:t>, dass er auffällig angespannt reagiert, sobald es um fremde Sprachen oder Dokumente geht – als wolle er etwas verbergen.</a:t>
            </a:r>
          </a:p>
          <a:p>
            <a:pPr marL="285750" indent="-285750">
              <a:buFont typeface="Arial" panose="020B0604020202020204" pitchFamily="34" charset="0"/>
              <a:buChar char="•"/>
            </a:pPr>
            <a:r>
              <a:rPr lang="de-DE" sz="1600" b="1" dirty="0"/>
              <a:t>Du bemerkst bei Sarah</a:t>
            </a:r>
            <a:r>
              <a:rPr lang="de-DE" sz="1600" dirty="0"/>
              <a:t>, dass der Vorfall vor drei Jahren sie stärker belastet, als sie zugibt.</a:t>
            </a:r>
          </a:p>
        </p:txBody>
      </p:sp>
    </p:spTree>
    <p:extLst>
      <p:ext uri="{BB962C8B-B14F-4D97-AF65-F5344CB8AC3E}">
        <p14:creationId xmlns:p14="http://schemas.microsoft.com/office/powerpoint/2010/main" val="16408245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A01B270-6362-45EF-8EB7-E88CED54F808}"/>
              </a:ext>
            </a:extLst>
          </p:cNvPr>
          <p:cNvSpPr>
            <a:spLocks noGrp="1"/>
          </p:cNvSpPr>
          <p:nvPr>
            <p:ph type="title"/>
          </p:nvPr>
        </p:nvSpPr>
        <p:spPr>
          <a:xfrm>
            <a:off x="838200" y="365126"/>
            <a:ext cx="10515600" cy="464434"/>
          </a:xfrm>
        </p:spPr>
        <p:txBody>
          <a:bodyPr>
            <a:normAutofit fontScale="90000"/>
          </a:bodyPr>
          <a:lstStyle/>
          <a:p>
            <a:r>
              <a:rPr lang="de-DE" b="1" dirty="0"/>
              <a:t>6. Vincent Dubois – Lebemann</a:t>
            </a:r>
            <a:endParaRPr lang="en-US" b="1" dirty="0"/>
          </a:p>
        </p:txBody>
      </p:sp>
      <p:sp>
        <p:nvSpPr>
          <p:cNvPr id="4" name="Textfeld 3">
            <a:extLst>
              <a:ext uri="{FF2B5EF4-FFF2-40B4-BE49-F238E27FC236}">
                <a16:creationId xmlns:a16="http://schemas.microsoft.com/office/drawing/2014/main" id="{33B5C9B6-EA62-4C19-AA97-6FB995792898}"/>
              </a:ext>
            </a:extLst>
          </p:cNvPr>
          <p:cNvSpPr txBox="1"/>
          <p:nvPr/>
        </p:nvSpPr>
        <p:spPr>
          <a:xfrm>
            <a:off x="838200" y="1305342"/>
            <a:ext cx="8305800" cy="3785652"/>
          </a:xfrm>
          <a:prstGeom prst="rect">
            <a:avLst/>
          </a:prstGeom>
          <a:noFill/>
        </p:spPr>
        <p:txBody>
          <a:bodyPr wrap="square">
            <a:spAutoFit/>
          </a:bodyPr>
          <a:lstStyle/>
          <a:p>
            <a:r>
              <a:rPr lang="de-DE" sz="1600" b="1" dirty="0"/>
              <a:t>Nur für dich bestimmt:</a:t>
            </a:r>
            <a:r>
              <a:rPr lang="de-DE" sz="1600" dirty="0"/>
              <a:t> Arbeitet in einem exklusiven Begleitservice für beide Geschlechter. Erpresst Klienten mit Infos die er aus ihnen bei Events herauskitzelt.</a:t>
            </a:r>
          </a:p>
          <a:p>
            <a:r>
              <a:rPr lang="de-DE" sz="1600" b="1" dirty="0"/>
              <a:t>Äußeres: </a:t>
            </a:r>
            <a:r>
              <a:rPr lang="de-DE" sz="1600" dirty="0"/>
              <a:t>Immer perfekt gestylt, graumelierte Schläfen, bayerisch-verführerischer Akzent</a:t>
            </a:r>
          </a:p>
          <a:p>
            <a:r>
              <a:rPr lang="de-DE" sz="1600" b="1" dirty="0"/>
              <a:t>Persönlichkeit: </a:t>
            </a:r>
            <a:r>
              <a:rPr lang="de-DE" sz="1600" dirty="0"/>
              <a:t>Weltgewandt, kennt jeden Klatsch, professionell diskret, “mag” beide Geschlechter</a:t>
            </a:r>
            <a:br>
              <a:rPr lang="de-DE" sz="1600" dirty="0"/>
            </a:br>
            <a:r>
              <a:rPr lang="de-DE" sz="1600" b="1" dirty="0"/>
              <a:t>Deine kleinen Aufgaben:</a:t>
            </a:r>
            <a:endParaRPr lang="de-DE" sz="1600" dirty="0"/>
          </a:p>
          <a:p>
            <a:pPr marL="285750" indent="-285750">
              <a:buFont typeface="Arial" panose="020B0604020202020204" pitchFamily="34" charset="0"/>
              <a:buChar char="•"/>
            </a:pPr>
            <a:r>
              <a:rPr lang="de-DE" sz="1600" dirty="0"/>
              <a:t>Unterhalte dich mit Pater Antonio über Vergebung und Sünden. </a:t>
            </a:r>
          </a:p>
          <a:p>
            <a:pPr marL="285750" indent="-285750">
              <a:buFont typeface="Arial" panose="020B0604020202020204" pitchFamily="34" charset="0"/>
              <a:buChar char="•"/>
            </a:pPr>
            <a:r>
              <a:rPr lang="de-DE" sz="1600" dirty="0"/>
              <a:t>Lass beiläufig Gerüchte über seine Beurlaubung fallen um zu sehen wie er reagiert.</a:t>
            </a:r>
          </a:p>
          <a:p>
            <a:pPr marL="285750" indent="-285750">
              <a:buFont typeface="Arial" panose="020B0604020202020204" pitchFamily="34" charset="0"/>
              <a:buChar char="•"/>
            </a:pPr>
            <a:r>
              <a:rPr lang="de-DE" sz="1600" dirty="0"/>
              <a:t>Versuche, Maria und Sarah öfter zu belauschen.</a:t>
            </a:r>
          </a:p>
          <a:p>
            <a:r>
              <a:rPr lang="de-DE" sz="1600" b="1" dirty="0"/>
              <a:t>Was du zusätzlich bemerkst:</a:t>
            </a:r>
            <a:endParaRPr lang="de-DE" sz="1600" dirty="0"/>
          </a:p>
          <a:p>
            <a:pPr marL="285750" indent="-285750">
              <a:buFont typeface="Arial" panose="020B0604020202020204" pitchFamily="34" charset="0"/>
              <a:buChar char="•"/>
            </a:pPr>
            <a:r>
              <a:rPr lang="de-DE" sz="1600" b="1" dirty="0"/>
              <a:t>Du bemerkst bei Maria</a:t>
            </a:r>
            <a:r>
              <a:rPr lang="de-DE" sz="1600" dirty="0"/>
              <a:t>, dass sie ungewöhnlich vorsichtig formuliert – wie jemand mit Zugang zu vertraulichen Informationen.</a:t>
            </a:r>
          </a:p>
          <a:p>
            <a:pPr marL="285750" indent="-285750">
              <a:buFont typeface="Arial" panose="020B0604020202020204" pitchFamily="34" charset="0"/>
              <a:buChar char="•"/>
            </a:pPr>
            <a:r>
              <a:rPr lang="de-DE" sz="1600" b="1" dirty="0"/>
              <a:t>Du bemerkst bei Sarah</a:t>
            </a:r>
            <a:r>
              <a:rPr lang="de-DE" sz="1600" dirty="0"/>
              <a:t>, dass sie bei dem Thema „Vergangenheit“ sehr empfindlich reagiert – sie hat eine Schwachstelle.</a:t>
            </a:r>
          </a:p>
          <a:p>
            <a:pPr marL="285750" indent="-285750">
              <a:buFont typeface="Arial" panose="020B0604020202020204" pitchFamily="34" charset="0"/>
              <a:buChar char="•"/>
            </a:pPr>
            <a:r>
              <a:rPr lang="de-DE" sz="1600" b="1" dirty="0"/>
              <a:t>Du bemerkst bei Viktoria</a:t>
            </a:r>
            <a:r>
              <a:rPr lang="de-DE" sz="1600" dirty="0"/>
              <a:t>, dass sie ungewöhnlich viel Wert auf „Öffentlichkeitskontrolle“ legt – du denkst sofort: politische Leichen im Keller.</a:t>
            </a:r>
          </a:p>
        </p:txBody>
      </p:sp>
    </p:spTree>
    <p:extLst>
      <p:ext uri="{BB962C8B-B14F-4D97-AF65-F5344CB8AC3E}">
        <p14:creationId xmlns:p14="http://schemas.microsoft.com/office/powerpoint/2010/main" val="13057150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A01B270-6362-45EF-8EB7-E88CED54F808}"/>
              </a:ext>
            </a:extLst>
          </p:cNvPr>
          <p:cNvSpPr>
            <a:spLocks noGrp="1"/>
          </p:cNvSpPr>
          <p:nvPr>
            <p:ph type="title"/>
          </p:nvPr>
        </p:nvSpPr>
        <p:spPr>
          <a:xfrm>
            <a:off x="838200" y="365126"/>
            <a:ext cx="10515600" cy="464434"/>
          </a:xfrm>
        </p:spPr>
        <p:txBody>
          <a:bodyPr>
            <a:normAutofit fontScale="90000"/>
          </a:bodyPr>
          <a:lstStyle/>
          <a:p>
            <a:r>
              <a:rPr lang="de-DE" dirty="0"/>
              <a:t>7. Alexa Steinberg – Tech-Entrepreneurin</a:t>
            </a:r>
            <a:endParaRPr lang="en-US" dirty="0"/>
          </a:p>
        </p:txBody>
      </p:sp>
      <p:sp>
        <p:nvSpPr>
          <p:cNvPr id="4" name="Textfeld 3">
            <a:extLst>
              <a:ext uri="{FF2B5EF4-FFF2-40B4-BE49-F238E27FC236}">
                <a16:creationId xmlns:a16="http://schemas.microsoft.com/office/drawing/2014/main" id="{33B5C9B6-EA62-4C19-AA97-6FB995792898}"/>
              </a:ext>
            </a:extLst>
          </p:cNvPr>
          <p:cNvSpPr txBox="1"/>
          <p:nvPr/>
        </p:nvSpPr>
        <p:spPr>
          <a:xfrm>
            <a:off x="838200" y="1305342"/>
            <a:ext cx="8305800" cy="4278094"/>
          </a:xfrm>
          <a:prstGeom prst="rect">
            <a:avLst/>
          </a:prstGeom>
          <a:noFill/>
        </p:spPr>
        <p:txBody>
          <a:bodyPr wrap="square">
            <a:spAutoFit/>
          </a:bodyPr>
          <a:lstStyle/>
          <a:p>
            <a:r>
              <a:rPr lang="de-DE" sz="1600" b="1" dirty="0"/>
              <a:t>Für dich bestimmt:</a:t>
            </a:r>
            <a:r>
              <a:rPr lang="de-DE" sz="1600" dirty="0"/>
              <a:t> Dein Tech-Startup ist fast insolvent, du hast viele Ideen aber keine hat so richtig gezündet. Du bist aktiv auf der Suche nach neuen Investoren und Kunden.</a:t>
            </a:r>
          </a:p>
          <a:p>
            <a:r>
              <a:rPr lang="de-DE" sz="1600" b="1" dirty="0"/>
              <a:t>Äußeres: </a:t>
            </a:r>
            <a:r>
              <a:rPr lang="de-DE" sz="1600" dirty="0"/>
              <a:t>Hoodie, Sneaker, wirkt deplatziert in der </a:t>
            </a:r>
            <a:r>
              <a:rPr lang="de-DE" sz="1600" dirty="0" err="1"/>
              <a:t>Alpenlodge</a:t>
            </a:r>
            <a:endParaRPr lang="de-DE" sz="1600" dirty="0"/>
          </a:p>
          <a:p>
            <a:r>
              <a:rPr lang="de-DE" sz="1600" b="1" dirty="0"/>
              <a:t>Persönlichkeit: </a:t>
            </a:r>
            <a:r>
              <a:rPr lang="de-DE" sz="1600" dirty="0"/>
              <a:t>Nervös, redet zu viel wenn aufgeregt, brillant</a:t>
            </a:r>
            <a:br>
              <a:rPr lang="de-DE" sz="1600" dirty="0"/>
            </a:br>
            <a:r>
              <a:rPr lang="de-DE" sz="1600" b="1" dirty="0"/>
              <a:t>Deine kleinen Aufgaben:</a:t>
            </a:r>
            <a:endParaRPr lang="de-DE" sz="1600" dirty="0"/>
          </a:p>
          <a:p>
            <a:pPr marL="285750" indent="-285750">
              <a:buFont typeface="Arial" panose="020B0604020202020204" pitchFamily="34" charset="0"/>
              <a:buChar char="•"/>
            </a:pPr>
            <a:r>
              <a:rPr lang="de-DE" sz="1600" dirty="0"/>
              <a:t>Der Hotelier lehnt deine Automatisierungsidee ab. Danach nervt dich Max mit einer nutzlosen Idee. Gib ihm zu verstehen, dass du davon nicht wirklich viel hältst und eigene Probleme hast.</a:t>
            </a:r>
          </a:p>
          <a:p>
            <a:pPr marL="285750" indent="-285750">
              <a:buFont typeface="Arial" panose="020B0604020202020204" pitchFamily="34" charset="0"/>
              <a:buChar char="•"/>
            </a:pPr>
            <a:r>
              <a:rPr lang="de-DE" sz="1600" dirty="0"/>
              <a:t>Du merkst, dass Jazz ebenfalls frustriert den Hotelier verlässt. Frage sie nach ihrem Anliegen.</a:t>
            </a:r>
          </a:p>
          <a:p>
            <a:pPr marL="285750" indent="-285750">
              <a:buFont typeface="Arial" panose="020B0604020202020204" pitchFamily="34" charset="0"/>
              <a:buChar char="•"/>
            </a:pPr>
            <a:r>
              <a:rPr lang="de-DE" sz="1600" dirty="0"/>
              <a:t>Beobachte Luna und Viktoria beim Essen und </a:t>
            </a:r>
            <a:r>
              <a:rPr lang="de-DE" sz="1600" dirty="0" err="1"/>
              <a:t>wechsel</a:t>
            </a:r>
            <a:r>
              <a:rPr lang="de-DE" sz="1600" dirty="0"/>
              <a:t> bei Gesprächen ständig deine Meinung um Konflikten aus dem Weg zu gehen.</a:t>
            </a:r>
          </a:p>
          <a:p>
            <a:r>
              <a:rPr lang="de-DE" sz="1600" b="1" dirty="0"/>
              <a:t>Was du zusätzlich bemerkst:</a:t>
            </a:r>
            <a:endParaRPr lang="de-DE" sz="1600" dirty="0"/>
          </a:p>
          <a:p>
            <a:pPr marL="285750" indent="-285750">
              <a:buFont typeface="Arial" panose="020B0604020202020204" pitchFamily="34" charset="0"/>
              <a:buChar char="•"/>
            </a:pPr>
            <a:r>
              <a:rPr lang="de-DE" sz="1600" b="1" dirty="0"/>
              <a:t>Du bemerkst bei Jazz</a:t>
            </a:r>
            <a:r>
              <a:rPr lang="de-DE" sz="1600" dirty="0"/>
              <a:t>, dass ihre „Alles ist super“-Fassade bröckelt – sie hat finanzielle Schwierigkeiten.</a:t>
            </a:r>
          </a:p>
          <a:p>
            <a:pPr marL="285750" indent="-285750">
              <a:buFont typeface="Arial" panose="020B0604020202020204" pitchFamily="34" charset="0"/>
              <a:buChar char="•"/>
            </a:pPr>
            <a:r>
              <a:rPr lang="de-DE" sz="1600" b="1" dirty="0"/>
              <a:t>Du bemerkst bei Viktoria</a:t>
            </a:r>
            <a:r>
              <a:rPr lang="de-DE" sz="1600" dirty="0"/>
              <a:t>, dass sie bei jeder Diskussion ein Stück zu heftig reagiert – du ahnst politischen Druck.</a:t>
            </a:r>
          </a:p>
          <a:p>
            <a:pPr marL="285750" indent="-285750">
              <a:buFont typeface="Arial" panose="020B0604020202020204" pitchFamily="34" charset="0"/>
              <a:buChar char="•"/>
            </a:pPr>
            <a:r>
              <a:rPr lang="de-DE" sz="1600" b="1" dirty="0"/>
              <a:t>Du bemerkst bei Dimitri</a:t>
            </a:r>
            <a:r>
              <a:rPr lang="de-DE" sz="1600" dirty="0"/>
              <a:t>, dass der Hotelier bei ihrem Gespräch ständig den Kopf schüttelt – dieser Mann ist eindeutig nicht sauber.</a:t>
            </a:r>
          </a:p>
        </p:txBody>
      </p:sp>
    </p:spTree>
    <p:extLst>
      <p:ext uri="{BB962C8B-B14F-4D97-AF65-F5344CB8AC3E}">
        <p14:creationId xmlns:p14="http://schemas.microsoft.com/office/powerpoint/2010/main" val="6013054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A01B270-6362-45EF-8EB7-E88CED54F808}"/>
              </a:ext>
            </a:extLst>
          </p:cNvPr>
          <p:cNvSpPr>
            <a:spLocks noGrp="1"/>
          </p:cNvSpPr>
          <p:nvPr>
            <p:ph type="title"/>
          </p:nvPr>
        </p:nvSpPr>
        <p:spPr>
          <a:xfrm>
            <a:off x="838200" y="365126"/>
            <a:ext cx="10515600" cy="464434"/>
          </a:xfrm>
        </p:spPr>
        <p:txBody>
          <a:bodyPr>
            <a:normAutofit fontScale="90000"/>
          </a:bodyPr>
          <a:lstStyle/>
          <a:p>
            <a:r>
              <a:rPr lang="de-DE" dirty="0"/>
              <a:t>8. Viktoria Lang – Bürgermeisterin</a:t>
            </a:r>
            <a:endParaRPr lang="en-US" dirty="0"/>
          </a:p>
        </p:txBody>
      </p:sp>
      <p:sp>
        <p:nvSpPr>
          <p:cNvPr id="4" name="Textfeld 3">
            <a:extLst>
              <a:ext uri="{FF2B5EF4-FFF2-40B4-BE49-F238E27FC236}">
                <a16:creationId xmlns:a16="http://schemas.microsoft.com/office/drawing/2014/main" id="{33B5C9B6-EA62-4C19-AA97-6FB995792898}"/>
              </a:ext>
            </a:extLst>
          </p:cNvPr>
          <p:cNvSpPr txBox="1"/>
          <p:nvPr/>
        </p:nvSpPr>
        <p:spPr>
          <a:xfrm>
            <a:off x="838200" y="1305342"/>
            <a:ext cx="8305800" cy="4524315"/>
          </a:xfrm>
          <a:prstGeom prst="rect">
            <a:avLst/>
          </a:prstGeom>
          <a:noFill/>
        </p:spPr>
        <p:txBody>
          <a:bodyPr wrap="square">
            <a:spAutoFit/>
          </a:bodyPr>
          <a:lstStyle/>
          <a:p>
            <a:r>
              <a:rPr lang="de-DE" sz="1600" b="1" dirty="0"/>
              <a:t>Für dich bestimmt:</a:t>
            </a:r>
            <a:r>
              <a:rPr lang="de-DE" sz="1600" dirty="0"/>
              <a:t> Du hast Gemeindegelder veruntreut – Das Gerücht ist auch bei Dimitri angekommen, der häufig selbst in solchen Dingen involviert ist, vielleicht war er sogar Teil des damaligen Deals.</a:t>
            </a:r>
          </a:p>
          <a:p>
            <a:r>
              <a:rPr lang="de-DE" sz="1600" b="1" dirty="0"/>
              <a:t>Äußeres: </a:t>
            </a:r>
            <a:r>
              <a:rPr lang="de-DE" sz="1600" dirty="0"/>
              <a:t>Konservativ-elegant, Perlenkette, strenge Frisur, </a:t>
            </a:r>
          </a:p>
          <a:p>
            <a:r>
              <a:rPr lang="de-DE" sz="1600" b="1" dirty="0"/>
              <a:t>Persönlichkeit: </a:t>
            </a:r>
            <a:r>
              <a:rPr lang="de-DE" sz="1600" dirty="0"/>
              <a:t>Autoritär, politisch geschickt, kämpft für ihre Region</a:t>
            </a:r>
            <a:br>
              <a:rPr lang="de-DE" sz="1600" dirty="0"/>
            </a:br>
            <a:r>
              <a:rPr lang="de-DE" sz="1600" b="1" dirty="0"/>
              <a:t>Deine kleinen Aufgaben:</a:t>
            </a:r>
            <a:endParaRPr lang="de-DE" sz="1600" dirty="0"/>
          </a:p>
          <a:p>
            <a:pPr marL="285750" indent="-285750">
              <a:buFont typeface="Arial" panose="020B0604020202020204" pitchFamily="34" charset="0"/>
              <a:buChar char="•"/>
            </a:pPr>
            <a:r>
              <a:rPr lang="de-DE" sz="1600" dirty="0"/>
              <a:t>Rede mit Luna über den Truthahn und zeige Mitleid für Vegetarier denen doch so gutes Essen entgeht.</a:t>
            </a:r>
          </a:p>
          <a:p>
            <a:pPr marL="285750" indent="-285750">
              <a:buFont typeface="Arial" panose="020B0604020202020204" pitchFamily="34" charset="0"/>
              <a:buChar char="•"/>
            </a:pPr>
            <a:r>
              <a:rPr lang="de-DE" sz="1600" dirty="0"/>
              <a:t>Rede mit Vincent über Öffentlichkeitsarbeit und wie er mit „unangenehmen Fragen“ umgeht.</a:t>
            </a:r>
          </a:p>
          <a:p>
            <a:pPr marL="285750" indent="-285750">
              <a:buFont typeface="Arial" panose="020B0604020202020204" pitchFamily="34" charset="0"/>
              <a:buChar char="•"/>
            </a:pPr>
            <a:r>
              <a:rPr lang="de-DE" sz="1600" dirty="0"/>
              <a:t>Rede in jedem Gespräch Dimitri Volkov schlecht, weil er Einfluss auf die lokale Politik nehmen will.</a:t>
            </a:r>
          </a:p>
          <a:p>
            <a:r>
              <a:rPr lang="de-DE" sz="1600" b="1" dirty="0"/>
              <a:t>Was du zusätzlich bemerkst:</a:t>
            </a:r>
            <a:endParaRPr lang="de-DE" sz="1600" dirty="0"/>
          </a:p>
          <a:p>
            <a:pPr marL="285750" indent="-285750">
              <a:buFont typeface="Arial" panose="020B0604020202020204" pitchFamily="34" charset="0"/>
              <a:buChar char="•"/>
            </a:pPr>
            <a:r>
              <a:rPr lang="de-DE" sz="1600" b="1" dirty="0"/>
              <a:t>Du bemerkst bei Vincent</a:t>
            </a:r>
            <a:r>
              <a:rPr lang="de-DE" sz="1600" dirty="0"/>
              <a:t>, dass er professionell darin ist, Dinge zu vertuschen – das wirkt kriminell erprobt.</a:t>
            </a:r>
          </a:p>
          <a:p>
            <a:pPr marL="285750" indent="-285750">
              <a:buFont typeface="Arial" panose="020B0604020202020204" pitchFamily="34" charset="0"/>
              <a:buChar char="•"/>
            </a:pPr>
            <a:r>
              <a:rPr lang="de-DE" sz="1600" b="1" dirty="0"/>
              <a:t>Du bemerkst bei Pater Antonio</a:t>
            </a:r>
            <a:r>
              <a:rPr lang="de-DE" sz="1600" dirty="0"/>
              <a:t>, dass seine Beichtstuhl-Anekdote dich stark verunsichert – er weiß vielleicht mehr über dich. Aber du spürst auch, dass er nicht ganz koscher ist.</a:t>
            </a:r>
          </a:p>
          <a:p>
            <a:pPr marL="285750" indent="-285750">
              <a:buFont typeface="Arial" panose="020B0604020202020204" pitchFamily="34" charset="0"/>
              <a:buChar char="•"/>
            </a:pPr>
            <a:r>
              <a:rPr lang="de-DE" sz="1600" b="1" dirty="0"/>
              <a:t>Du bemerkst bei Tom</a:t>
            </a:r>
            <a:r>
              <a:rPr lang="de-DE" sz="1600" dirty="0"/>
              <a:t>, dass er unglaublich misstrauisch gegenüber dem Hotelprojekt wirkt – möglicherweise ein radikaler Umweltschützer.</a:t>
            </a:r>
          </a:p>
        </p:txBody>
      </p:sp>
    </p:spTree>
    <p:extLst>
      <p:ext uri="{BB962C8B-B14F-4D97-AF65-F5344CB8AC3E}">
        <p14:creationId xmlns:p14="http://schemas.microsoft.com/office/powerpoint/2010/main" val="4791278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A01B270-6362-45EF-8EB7-E88CED54F808}"/>
              </a:ext>
            </a:extLst>
          </p:cNvPr>
          <p:cNvSpPr>
            <a:spLocks noGrp="1"/>
          </p:cNvSpPr>
          <p:nvPr>
            <p:ph type="title"/>
          </p:nvPr>
        </p:nvSpPr>
        <p:spPr>
          <a:xfrm>
            <a:off x="838200" y="365126"/>
            <a:ext cx="10515600" cy="464434"/>
          </a:xfrm>
        </p:spPr>
        <p:txBody>
          <a:bodyPr>
            <a:normAutofit fontScale="90000"/>
          </a:bodyPr>
          <a:lstStyle/>
          <a:p>
            <a:r>
              <a:rPr lang="it-IT" dirty="0"/>
              <a:t>9. Pater Antonio Benedetti – </a:t>
            </a:r>
            <a:r>
              <a:rPr lang="it-IT" dirty="0" err="1"/>
              <a:t>Priester</a:t>
            </a:r>
            <a:endParaRPr lang="en-US" dirty="0"/>
          </a:p>
        </p:txBody>
      </p:sp>
      <p:sp>
        <p:nvSpPr>
          <p:cNvPr id="4" name="Textfeld 3">
            <a:extLst>
              <a:ext uri="{FF2B5EF4-FFF2-40B4-BE49-F238E27FC236}">
                <a16:creationId xmlns:a16="http://schemas.microsoft.com/office/drawing/2014/main" id="{33B5C9B6-EA62-4C19-AA97-6FB995792898}"/>
              </a:ext>
            </a:extLst>
          </p:cNvPr>
          <p:cNvSpPr txBox="1"/>
          <p:nvPr/>
        </p:nvSpPr>
        <p:spPr>
          <a:xfrm>
            <a:off x="838200" y="1305342"/>
            <a:ext cx="8305800" cy="5755422"/>
          </a:xfrm>
          <a:prstGeom prst="rect">
            <a:avLst/>
          </a:prstGeom>
          <a:noFill/>
        </p:spPr>
        <p:txBody>
          <a:bodyPr wrap="square">
            <a:spAutoFit/>
          </a:bodyPr>
          <a:lstStyle/>
          <a:p>
            <a:r>
              <a:rPr lang="de-DE" sz="1600" b="1" dirty="0"/>
              <a:t>Nur für dich bestimmt:</a:t>
            </a:r>
            <a:r>
              <a:rPr lang="de-DE" sz="1600" dirty="0"/>
              <a:t> Du bist fasziniert von okkulten Texten, du liebst Geschichten über Vampire oder Werwölfe. Das hat dich fast deinen Job gekostet und du bist vorerst beurlaubt. Niemand sollte merken, dass du die Literatur immer noch liest – du kannst einfach nicht die Finger davon lassen.</a:t>
            </a:r>
          </a:p>
          <a:p>
            <a:r>
              <a:rPr lang="de-DE" sz="1600" b="1" dirty="0"/>
              <a:t>Äußeres: </a:t>
            </a:r>
            <a:r>
              <a:rPr lang="de-DE" sz="1600" dirty="0"/>
              <a:t>Schwarze Soutane, graue Strähnen, müde aber durchdringende Augen, trägt stets ein altes Kreuz</a:t>
            </a:r>
          </a:p>
          <a:p>
            <a:r>
              <a:rPr lang="de-DE" sz="1600" b="1" dirty="0"/>
              <a:t>Persönlichkeit: </a:t>
            </a:r>
            <a:r>
              <a:rPr lang="de-DE" sz="1600" dirty="0"/>
              <a:t>Ruhig, beobachtend, spricht leise aber bestimmt, trinkt gerne Wein</a:t>
            </a:r>
          </a:p>
          <a:p>
            <a:br>
              <a:rPr lang="de-DE" sz="1600" dirty="0"/>
            </a:br>
            <a:r>
              <a:rPr lang="de-DE" sz="1600" b="1" dirty="0"/>
              <a:t>Deine kleinen Aufgaben:</a:t>
            </a:r>
            <a:endParaRPr lang="de-DE" sz="1600" dirty="0"/>
          </a:p>
          <a:p>
            <a:pPr marL="285750" indent="-285750">
              <a:buFont typeface="Arial" panose="020B0604020202020204" pitchFamily="34" charset="0"/>
              <a:buChar char="•"/>
            </a:pPr>
            <a:r>
              <a:rPr lang="de-DE" sz="1600" dirty="0"/>
              <a:t>Ärger mit Jonas, weil er dich beim Lesen verbotener Inhalte gefilmt hat.</a:t>
            </a:r>
          </a:p>
          <a:p>
            <a:pPr marL="285750" indent="-285750">
              <a:buFont typeface="Arial" panose="020B0604020202020204" pitchFamily="34" charset="0"/>
              <a:buChar char="•"/>
            </a:pPr>
            <a:r>
              <a:rPr lang="de-DE" sz="1600" dirty="0"/>
              <a:t>Unterhalte dich mit Jazz über Kirchenmusik.</a:t>
            </a:r>
          </a:p>
          <a:p>
            <a:pPr marL="285750" indent="-285750">
              <a:buFont typeface="Arial" panose="020B0604020202020204" pitchFamily="34" charset="0"/>
              <a:buChar char="•"/>
            </a:pPr>
            <a:r>
              <a:rPr lang="de-DE" sz="1600" dirty="0"/>
              <a:t>Wirke nervös wenn du Lunas Mondsteinamulett genauer untersuchst, denn du weißt es ist ein uraltes Relikt aus dunklen Zeiten und mit noch dunklerer Geschichte.</a:t>
            </a:r>
          </a:p>
          <a:p>
            <a:pPr marL="285750" indent="-285750">
              <a:buFont typeface="Arial" panose="020B0604020202020204" pitchFamily="34" charset="0"/>
              <a:buChar char="•"/>
            </a:pPr>
            <a:r>
              <a:rPr lang="de-DE" sz="1600" dirty="0"/>
              <a:t>Erzähle Viktoria, dass dir der ansässige Pater erzählt hat, jemand hätte Gelder veruntreut.</a:t>
            </a:r>
          </a:p>
          <a:p>
            <a:pPr marL="285750" indent="-285750">
              <a:buFont typeface="Arial" panose="020B0604020202020204" pitchFamily="34" charset="0"/>
              <a:buChar char="•"/>
            </a:pPr>
            <a:r>
              <a:rPr lang="de-DE" sz="1600" dirty="0"/>
              <a:t>Du erinnerst dich an einen alten Zeitungsartikel aus dem Jahr 1982 bei dem eine Familie an Salmonellen im Hotel Aurora verstorben ist. Da du weißt dass Lunas Familie aus der Gegend stammt fragst du sie dazu.</a:t>
            </a:r>
          </a:p>
          <a:p>
            <a:pPr marL="285750" indent="-285750">
              <a:buFont typeface="Arial" panose="020B0604020202020204" pitchFamily="34" charset="0"/>
              <a:buChar char="•"/>
            </a:pPr>
            <a:r>
              <a:rPr lang="de-DE" sz="1600" dirty="0"/>
              <a:t>Sprich immer mal wieder verschiedene lateinische Gebete oder segne umstehende Leute.</a:t>
            </a:r>
          </a:p>
          <a:p>
            <a:r>
              <a:rPr lang="de-DE" sz="1600" b="1" dirty="0"/>
              <a:t>Was du zusätzlich bemerkst:</a:t>
            </a:r>
            <a:endParaRPr lang="de-DE" sz="1600" dirty="0"/>
          </a:p>
          <a:p>
            <a:pPr marL="285750" indent="-285750">
              <a:buFont typeface="Arial" panose="020B0604020202020204" pitchFamily="34" charset="0"/>
              <a:buChar char="•"/>
            </a:pPr>
            <a:r>
              <a:rPr lang="de-DE" sz="1600" b="1" dirty="0"/>
              <a:t>Du bemerkst bei Jazz</a:t>
            </a:r>
            <a:r>
              <a:rPr lang="de-DE" sz="1600" dirty="0"/>
              <a:t>, dass ihre überschwängliche Begeisterung Fassade ist – sie bedeckt finanzielle Probleme.</a:t>
            </a:r>
          </a:p>
          <a:p>
            <a:pPr marL="285750" indent="-285750">
              <a:buFont typeface="Arial" panose="020B0604020202020204" pitchFamily="34" charset="0"/>
              <a:buChar char="•"/>
            </a:pPr>
            <a:r>
              <a:rPr lang="de-DE" sz="1600" b="1" dirty="0"/>
              <a:t>Du bemerkst bei Viktoria</a:t>
            </a:r>
            <a:r>
              <a:rPr lang="de-DE" sz="1600" dirty="0"/>
              <a:t>, dass sie beim Thema Veruntreuung panisch wirkt.</a:t>
            </a:r>
          </a:p>
          <a:p>
            <a:pPr marL="285750" indent="-285750">
              <a:buFont typeface="Arial" panose="020B0604020202020204" pitchFamily="34" charset="0"/>
              <a:buChar char="•"/>
            </a:pPr>
            <a:r>
              <a:rPr lang="de-DE" sz="1600" b="1" dirty="0"/>
              <a:t>Du bemerkst bei Jonas</a:t>
            </a:r>
            <a:r>
              <a:rPr lang="de-DE" sz="1600" dirty="0"/>
              <a:t>, dass er beim Filmen extrem nervös wurde – er fürchtet Konsequenzen.</a:t>
            </a:r>
          </a:p>
        </p:txBody>
      </p:sp>
    </p:spTree>
    <p:extLst>
      <p:ext uri="{BB962C8B-B14F-4D97-AF65-F5344CB8AC3E}">
        <p14:creationId xmlns:p14="http://schemas.microsoft.com/office/powerpoint/2010/main" val="32258896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A01B270-6362-45EF-8EB7-E88CED54F808}"/>
              </a:ext>
            </a:extLst>
          </p:cNvPr>
          <p:cNvSpPr>
            <a:spLocks noGrp="1"/>
          </p:cNvSpPr>
          <p:nvPr>
            <p:ph type="title"/>
          </p:nvPr>
        </p:nvSpPr>
        <p:spPr>
          <a:xfrm>
            <a:off x="838200" y="365126"/>
            <a:ext cx="10515600" cy="464434"/>
          </a:xfrm>
        </p:spPr>
        <p:txBody>
          <a:bodyPr>
            <a:normAutofit fontScale="90000"/>
          </a:bodyPr>
          <a:lstStyle/>
          <a:p>
            <a:r>
              <a:rPr lang="de-DE" dirty="0"/>
              <a:t>10. Jazz Monroe – Musikerin</a:t>
            </a:r>
            <a:endParaRPr lang="en-US" dirty="0"/>
          </a:p>
        </p:txBody>
      </p:sp>
      <p:sp>
        <p:nvSpPr>
          <p:cNvPr id="4" name="Textfeld 3">
            <a:extLst>
              <a:ext uri="{FF2B5EF4-FFF2-40B4-BE49-F238E27FC236}">
                <a16:creationId xmlns:a16="http://schemas.microsoft.com/office/drawing/2014/main" id="{33B5C9B6-EA62-4C19-AA97-6FB995792898}"/>
              </a:ext>
            </a:extLst>
          </p:cNvPr>
          <p:cNvSpPr txBox="1"/>
          <p:nvPr/>
        </p:nvSpPr>
        <p:spPr>
          <a:xfrm>
            <a:off x="838200" y="1305342"/>
            <a:ext cx="8305800" cy="6494085"/>
          </a:xfrm>
          <a:prstGeom prst="rect">
            <a:avLst/>
          </a:prstGeom>
          <a:noFill/>
        </p:spPr>
        <p:txBody>
          <a:bodyPr wrap="square">
            <a:spAutoFit/>
          </a:bodyPr>
          <a:lstStyle/>
          <a:p>
            <a:r>
              <a:rPr lang="de-DE" sz="1600" b="1" dirty="0"/>
              <a:t>Für dich bestimmt:</a:t>
            </a:r>
            <a:r>
              <a:rPr lang="de-DE" sz="1600" dirty="0"/>
              <a:t> Es ist Fakt, du bist aktuell Pleite und mit der Musik gab es nie so den Durchbruch. Jetzt möchtest du Influencer werden, die Fassade hast du dir schon aufgebaut. Aber wer weiß, vielleicht findet es sich ja doch jemand der dich Sponsern will.</a:t>
            </a:r>
          </a:p>
          <a:p>
            <a:r>
              <a:rPr lang="de-DE" sz="1600" b="1" dirty="0"/>
              <a:t>Äußeres: </a:t>
            </a:r>
            <a:r>
              <a:rPr lang="de-DE" sz="1600" dirty="0"/>
              <a:t>Bunte gefärbte Haare, Vintage-Kleidung, multiple Piercings, trägt immer ihre Gitarre bei sich</a:t>
            </a:r>
          </a:p>
          <a:p>
            <a:r>
              <a:rPr lang="de-DE" sz="1600" b="1" dirty="0"/>
              <a:t>Persönlichkeit: </a:t>
            </a:r>
            <a:r>
              <a:rPr lang="de-DE" sz="1600" dirty="0"/>
              <a:t>Extrovertiert, emotional, nimmt alles mit dem Handy auf, postet ständig</a:t>
            </a:r>
            <a:br>
              <a:rPr lang="de-DE" sz="1600" dirty="0"/>
            </a:br>
            <a:r>
              <a:rPr lang="de-DE" sz="1600" b="1" dirty="0"/>
              <a:t>Deine kleinen Aufgaben:</a:t>
            </a:r>
            <a:endParaRPr lang="de-DE" sz="1600" dirty="0"/>
          </a:p>
          <a:p>
            <a:pPr marL="285750" indent="-285750">
              <a:buFont typeface="Arial" panose="020B0604020202020204" pitchFamily="34" charset="0"/>
              <a:buChar char="•"/>
            </a:pPr>
            <a:r>
              <a:rPr lang="de-DE" sz="1600" dirty="0"/>
              <a:t>Rede mit dem Hotelier über dein fehlendes Honorar für das Influencer Video.</a:t>
            </a:r>
          </a:p>
          <a:p>
            <a:pPr marL="285750" indent="-285750">
              <a:buFont typeface="Arial" panose="020B0604020202020204" pitchFamily="34" charset="0"/>
              <a:buChar char="•"/>
            </a:pPr>
            <a:r>
              <a:rPr lang="de-DE" sz="1600" dirty="0"/>
              <a:t>Versuche Leute dazu zu bringen mit dir was Großes aufzubauen und sei anhänglich wenn jemand darauf eingeht.</a:t>
            </a:r>
          </a:p>
          <a:p>
            <a:pPr marL="285750" indent="-285750">
              <a:buFont typeface="Arial" panose="020B0604020202020204" pitchFamily="34" charset="0"/>
              <a:buChar char="•"/>
            </a:pPr>
            <a:r>
              <a:rPr lang="de-DE" sz="1600" dirty="0"/>
              <a:t>Bitte Alexa oder Maria um ein kurzes Video – tu übertrieben glücklich neue Freunde gefunden zu haben.</a:t>
            </a:r>
          </a:p>
          <a:p>
            <a:pPr marL="285750" indent="-285750">
              <a:buFont typeface="Arial" panose="020B0604020202020204" pitchFamily="34" charset="0"/>
              <a:buChar char="•"/>
            </a:pPr>
            <a:r>
              <a:rPr lang="de-DE" sz="1600" dirty="0"/>
              <a:t>Erzähle überall, dass du kurz vorm Durchbruch stehst und schon 100 Follower auf Facebook hast.</a:t>
            </a:r>
          </a:p>
          <a:p>
            <a:pPr marL="285750" indent="-285750">
              <a:buFont typeface="Arial" panose="020B0604020202020204" pitchFamily="34" charset="0"/>
              <a:buChar char="•"/>
            </a:pPr>
            <a:r>
              <a:rPr lang="de-DE" sz="1600" dirty="0"/>
              <a:t>(Z) Sprich mit Sarah über deinen gefundenen Onlineartikel zur Hoteltragödie vor drei Jahren – du glaubst, dass es Jonas Vater war die damals verstorben ist.</a:t>
            </a:r>
          </a:p>
          <a:p>
            <a:r>
              <a:rPr lang="de-DE" sz="1600" b="1" dirty="0"/>
              <a:t>Was du zusätzlich bemerkst:</a:t>
            </a:r>
            <a:endParaRPr lang="de-DE" sz="1600" dirty="0"/>
          </a:p>
          <a:p>
            <a:pPr marL="285750" indent="-285750">
              <a:buFont typeface="Arial" panose="020B0604020202020204" pitchFamily="34" charset="0"/>
              <a:buChar char="•"/>
            </a:pPr>
            <a:r>
              <a:rPr lang="de-DE" sz="1600" b="1" dirty="0"/>
              <a:t>Du bemerkst bei Alexa</a:t>
            </a:r>
            <a:r>
              <a:rPr lang="de-DE" sz="1600" dirty="0"/>
              <a:t>, dass ihr Startup in Schwierigkeiten steckt – die Enttäuschung über den Hotelier ist deutlich zu sehen.</a:t>
            </a:r>
          </a:p>
          <a:p>
            <a:pPr marL="285750" indent="-285750">
              <a:buFont typeface="Arial" panose="020B0604020202020204" pitchFamily="34" charset="0"/>
              <a:buChar char="•"/>
            </a:pPr>
            <a:r>
              <a:rPr lang="de-DE" sz="1600" b="1" dirty="0"/>
              <a:t>Du bemerkst bei Viktor</a:t>
            </a:r>
            <a:r>
              <a:rPr lang="de-DE" sz="1600" dirty="0"/>
              <a:t>, dass er alle Gäste extrem gestresst anfahren muss – er braucht unbedingt Geld und die anderen scheinen eher seines zu wollen.</a:t>
            </a:r>
          </a:p>
          <a:p>
            <a:pPr marL="285750" indent="-285750">
              <a:buFont typeface="Arial" panose="020B0604020202020204" pitchFamily="34" charset="0"/>
              <a:buChar char="•"/>
            </a:pPr>
            <a:r>
              <a:rPr lang="de-DE" sz="1600" b="1" dirty="0"/>
              <a:t>Du bemerkst bei Max Gold</a:t>
            </a:r>
            <a:r>
              <a:rPr lang="de-DE" sz="1600" dirty="0"/>
              <a:t>, dass sein übertriebener Optimismus extrem gespielt wirkt – vermutlich gibt es finanzielle Probleme.</a:t>
            </a:r>
          </a:p>
          <a:p>
            <a:pPr marL="285750" indent="-285750">
              <a:buFont typeface="Arial" panose="020B0604020202020204" pitchFamily="34" charset="0"/>
              <a:buChar char="•"/>
            </a:pPr>
            <a:r>
              <a:rPr lang="de-DE" sz="1600" b="1" dirty="0"/>
              <a:t>(Z) Du bemerkst bei Sarah</a:t>
            </a:r>
            <a:r>
              <a:rPr lang="de-DE" sz="1600" dirty="0"/>
              <a:t>, dass der Vorfall vor drei Jahren sie stärker belastet, als sie zugibt.</a:t>
            </a:r>
          </a:p>
          <a:p>
            <a:pPr marL="285750" indent="-285750">
              <a:buFont typeface="Arial" panose="020B0604020202020204" pitchFamily="34" charset="0"/>
              <a:buChar char="•"/>
            </a:pPr>
            <a:endParaRPr lang="de-DE" sz="1600" dirty="0"/>
          </a:p>
        </p:txBody>
      </p:sp>
    </p:spTree>
    <p:extLst>
      <p:ext uri="{BB962C8B-B14F-4D97-AF65-F5344CB8AC3E}">
        <p14:creationId xmlns:p14="http://schemas.microsoft.com/office/powerpoint/2010/main" val="3996343295"/>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2165</Words>
  <Application>Microsoft Macintosh PowerPoint</Application>
  <PresentationFormat>Breitbild</PresentationFormat>
  <Paragraphs>118</Paragraphs>
  <Slides>11</Slides>
  <Notes>0</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11</vt:i4>
      </vt:variant>
    </vt:vector>
  </HeadingPairs>
  <TitlesOfParts>
    <vt:vector size="15" baseType="lpstr">
      <vt:lpstr>Arial</vt:lpstr>
      <vt:lpstr>Calibri</vt:lpstr>
      <vt:lpstr>Calibri Light</vt:lpstr>
      <vt:lpstr>Office</vt:lpstr>
      <vt:lpstr>Krimidinner</vt:lpstr>
      <vt:lpstr>1. Dr. Sarah Chen – Ehemalige Notärztin heute HNO-Ärztin</vt:lpstr>
      <vt:lpstr>2. Luna Silbermann – Esoterikerin</vt:lpstr>
      <vt:lpstr>3. Maximilian „Max“ Gold – Golfprofi</vt:lpstr>
      <vt:lpstr>4. Tom Greenwood – Förster</vt:lpstr>
      <vt:lpstr>5. Maria Gonzalez – Dolmetscherin</vt:lpstr>
      <vt:lpstr>6. Vincent Dubois – Lebemann</vt:lpstr>
      <vt:lpstr>7. Alexa Steinberg – Tech-Entrepreneurin</vt:lpstr>
      <vt:lpstr>8. Viktoria Lang – Bürgermeisterin</vt:lpstr>
      <vt:lpstr>9. Pater Antonio Benedetti – Priester</vt:lpstr>
      <vt:lpstr>10. Jazz Monroe – Musikerin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Krimidinner</dc:title>
  <dc:creator>Stefan Weigl</dc:creator>
  <cp:lastModifiedBy>Stefan Weigl</cp:lastModifiedBy>
  <cp:revision>28</cp:revision>
  <dcterms:created xsi:type="dcterms:W3CDTF">2025-11-26T12:39:11Z</dcterms:created>
  <dcterms:modified xsi:type="dcterms:W3CDTF">2025-11-30T09:49:51Z</dcterms:modified>
</cp:coreProperties>
</file>